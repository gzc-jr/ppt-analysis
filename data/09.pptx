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738" r:id="rId2"/>
    <p:sldId id="2740" r:id="rId3"/>
    <p:sldId id="2739" r:id="rId4"/>
    <p:sldId id="2798" r:id="rId5"/>
    <p:sldId id="2741" r:id="rId6"/>
    <p:sldId id="2742"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使用说明" id="{7D576789-A45C-3949-BAEE-EB6CBFE22B8F}">
          <p14:sldIdLst>
            <p14:sldId id="2738"/>
          </p14:sldIdLst>
        </p14:section>
        <p14:section name="年终工作总结" id="{232EFCD7-C176-E343-B141-C023E9E9F78C}">
          <p14:sldIdLst>
            <p14:sldId id="2740"/>
            <p14:sldId id="2739"/>
            <p14:sldId id="2798"/>
            <p14:sldId id="2741"/>
            <p14:sldId id="2742"/>
          </p14:sldIdLst>
        </p14:section>
        <p14:section name="年中工作总结" id="{0FA3D717-B8F9-8644-9EE8-70360A0B90C9}">
          <p14:sldIdLst/>
        </p14:section>
        <p14:section name="年初工作计划" id="{CF8D8BEB-F66B-6940-8489-331D192D66E7}">
          <p14:sldIdLst/>
        </p14:section>
        <p14:section name="甘特图" id="{5840B3AD-5942-AD43-B9A2-E44427513836}">
          <p14:sldIdLst/>
        </p14:section>
        <p14:section name="时间轴" id="{780DE695-03EA-E549-AFA0-6F68D5E60C5E}">
          <p14:sldIdLst/>
        </p14:section>
        <p14:section name="流程图" id="{571E7359-35C6-AE43-9B22-64B2B7147C11}">
          <p14:sldIdLst/>
        </p14:section>
        <p14:section name="个人介绍&amp;团队介绍&amp;组织架构&amp;鱼骨图" id="{E03E53B4-34D7-F44B-93CF-50C4B65D9F45}">
          <p14:sldIdLst/>
        </p14:section>
        <p14:section name="图文排版" id="{8C812BAF-0963-4E47-A867-83DD1BB63ABD}">
          <p14:sldIdLst/>
        </p14:section>
        <p14:section name="数据图表" id="{DF0C5E95-F957-A04C-8108-FA839A1FD66D}">
          <p14:sldIdLst/>
        </p14:section>
        <p14:section name="封面&amp;目录&amp;章节&amp;结束" id="{415D1FB4-D64E-334D-BA2A-93FEEF195520}">
          <p14:sldIdLst/>
        </p14:section>
        <p14:section name="不定期更新中" id="{A4BB96FE-0811-4A46-8138-F610EB42AFEE}">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FAFA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9" autoAdjust="0"/>
    <p:restoredTop sz="97253"/>
  </p:normalViewPr>
  <p:slideViewPr>
    <p:cSldViewPr snapToGrid="0">
      <p:cViewPr varScale="1">
        <p:scale>
          <a:sx n="62" d="100"/>
          <a:sy n="62" d="100"/>
        </p:scale>
        <p:origin x="465" y="24"/>
      </p:cViewPr>
      <p:guideLst/>
    </p:cSldViewPr>
  </p:slideViewPr>
  <p:notesTextViewPr>
    <p:cViewPr>
      <p:scale>
        <a:sx n="70" d="100"/>
        <a:sy n="70" d="100"/>
      </p:scale>
      <p:origin x="0" y="0"/>
    </p:cViewPr>
  </p:notesTextViewPr>
  <p:sorterViewPr>
    <p:cViewPr>
      <p:scale>
        <a:sx n="110" d="100"/>
        <a:sy n="11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libaba PuHuiTi" pitchFamily="18" charset="-122"/>
                <a:ea typeface="Alibaba PuHuiTi" pitchFamily="18" charset="-122"/>
              </a:defRPr>
            </a:lvl1pPr>
          </a:lstStyle>
          <a:p>
            <a:endParaRPr kumimoji="1"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libaba PuHuiTi" pitchFamily="18" charset="-122"/>
                <a:ea typeface="Alibaba PuHuiTi" pitchFamily="18" charset="-122"/>
              </a:defRPr>
            </a:lvl1pPr>
          </a:lstStyle>
          <a:p>
            <a:fld id="{87B27120-9D9E-A646-A443-92B366A976B8}" type="datetimeFigureOut">
              <a:rPr kumimoji="1" lang="zh-CN" altLang="en-US" smtClean="0"/>
              <a:pPr/>
              <a:t>2025/5/31</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libaba PuHuiTi" pitchFamily="18" charset="-122"/>
                <a:ea typeface="Alibaba PuHuiTi" pitchFamily="18" charset="-122"/>
              </a:defRPr>
            </a:lvl1pPr>
          </a:lstStyle>
          <a:p>
            <a:endParaRPr kumimoji="1"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libaba PuHuiTi" pitchFamily="18" charset="-122"/>
                <a:ea typeface="Alibaba PuHuiTi" pitchFamily="18" charset="-122"/>
              </a:defRPr>
            </a:lvl1pPr>
          </a:lstStyle>
          <a:p>
            <a:fld id="{29FCC66F-E4BB-C241-8A3E-8D4B5CFF29BC}" type="slidenum">
              <a:rPr kumimoji="1" lang="zh-CN" altLang="en-US" smtClean="0"/>
              <a:pPr/>
              <a:t>‹#›</a:t>
            </a:fld>
            <a:endParaRPr kumimoji="1" lang="zh-CN" altLang="en-US" dirty="0"/>
          </a:p>
        </p:txBody>
      </p:sp>
    </p:spTree>
    <p:extLst>
      <p:ext uri="{BB962C8B-B14F-4D97-AF65-F5344CB8AC3E}">
        <p14:creationId xmlns:p14="http://schemas.microsoft.com/office/powerpoint/2010/main" val="2462418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libaba PuHuiTi" pitchFamily="18" charset="-122"/>
        <a:ea typeface="Alibaba PuHuiTi" pitchFamily="18" charset="-122"/>
        <a:cs typeface="+mn-cs"/>
      </a:defRPr>
    </a:lvl1pPr>
    <a:lvl2pPr marL="457200" algn="l" defTabSz="914400" rtl="0" eaLnBrk="1" latinLnBrk="0" hangingPunct="1">
      <a:defRPr sz="1200" b="0" i="0" kern="1200">
        <a:solidFill>
          <a:schemeClr val="tx1"/>
        </a:solidFill>
        <a:latin typeface="Alibaba PuHuiTi" pitchFamily="18" charset="-122"/>
        <a:ea typeface="Alibaba PuHuiTi" pitchFamily="18" charset="-122"/>
        <a:cs typeface="+mn-cs"/>
      </a:defRPr>
    </a:lvl2pPr>
    <a:lvl3pPr marL="914400" algn="l" defTabSz="914400" rtl="0" eaLnBrk="1" latinLnBrk="0" hangingPunct="1">
      <a:defRPr sz="1200" b="0" i="0" kern="1200">
        <a:solidFill>
          <a:schemeClr val="tx1"/>
        </a:solidFill>
        <a:latin typeface="Alibaba PuHuiTi" pitchFamily="18" charset="-122"/>
        <a:ea typeface="Alibaba PuHuiTi" pitchFamily="18" charset="-122"/>
        <a:cs typeface="+mn-cs"/>
      </a:defRPr>
    </a:lvl3pPr>
    <a:lvl4pPr marL="1371600" algn="l" defTabSz="914400" rtl="0" eaLnBrk="1" latinLnBrk="0" hangingPunct="1">
      <a:defRPr sz="1200" b="0" i="0" kern="1200">
        <a:solidFill>
          <a:schemeClr val="tx1"/>
        </a:solidFill>
        <a:latin typeface="Alibaba PuHuiTi" pitchFamily="18" charset="-122"/>
        <a:ea typeface="Alibaba PuHuiTi" pitchFamily="18" charset="-122"/>
        <a:cs typeface="+mn-cs"/>
      </a:defRPr>
    </a:lvl4pPr>
    <a:lvl5pPr marL="1828800" algn="l" defTabSz="914400" rtl="0" eaLnBrk="1" latinLnBrk="0" hangingPunct="1">
      <a:defRPr sz="1200" b="0" i="0" kern="1200">
        <a:solidFill>
          <a:schemeClr val="tx1"/>
        </a:solidFill>
        <a:latin typeface="Alibaba PuHuiTi" pitchFamily="18" charset="-122"/>
        <a:ea typeface="Alibaba PuHuiTi" pitchFamily="18"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CB7F465-84CD-FF48-8BE8-E9BB174DF4F1}" type="slidenum">
              <a:rPr lang="en-US" smtClean="0"/>
              <a:t>1</a:t>
            </a:fld>
            <a:endParaRPr lang="en-US"/>
          </a:p>
        </p:txBody>
      </p:sp>
    </p:spTree>
    <p:extLst>
      <p:ext uri="{BB962C8B-B14F-4D97-AF65-F5344CB8AC3E}">
        <p14:creationId xmlns:p14="http://schemas.microsoft.com/office/powerpoint/2010/main" val="622904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00874E2-4638-A144-B945-139F2EEBE113}" type="slidenum">
              <a:rPr kumimoji="1" lang="zh-CN" altLang="en-US" smtClean="0"/>
              <a:t>2</a:t>
            </a:fld>
            <a:endParaRPr kumimoji="1" lang="zh-CN" altLang="en-US"/>
          </a:p>
        </p:txBody>
      </p:sp>
    </p:spTree>
    <p:extLst>
      <p:ext uri="{BB962C8B-B14F-4D97-AF65-F5344CB8AC3E}">
        <p14:creationId xmlns:p14="http://schemas.microsoft.com/office/powerpoint/2010/main" val="5393344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00874E2-4638-A144-B945-139F2EEBE113}" type="slidenum">
              <a:rPr kumimoji="1" lang="zh-CN" altLang="en-US" smtClean="0"/>
              <a:t>6</a:t>
            </a:fld>
            <a:endParaRPr kumimoji="1" lang="zh-CN" altLang="en-US"/>
          </a:p>
        </p:txBody>
      </p:sp>
    </p:spTree>
    <p:extLst>
      <p:ext uri="{BB962C8B-B14F-4D97-AF65-F5344CB8AC3E}">
        <p14:creationId xmlns:p14="http://schemas.microsoft.com/office/powerpoint/2010/main" val="2065699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4381B0-DB39-757B-1A3A-91F82DEEC660}"/>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912D8B7B-CCF3-EDAD-D2CB-DDE6F447A4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6DF02A19-0B7A-7494-3DF5-87FFD81619D0}"/>
              </a:ext>
            </a:extLst>
          </p:cNvPr>
          <p:cNvSpPr>
            <a:spLocks noGrp="1"/>
          </p:cNvSpPr>
          <p:nvPr>
            <p:ph type="dt" sz="half" idx="10"/>
          </p:nvPr>
        </p:nvSpPr>
        <p:spPr/>
        <p:txBody>
          <a:bodyPr/>
          <a:lstStyle/>
          <a:p>
            <a:fld id="{6DF64FF5-AF41-8D44-8EA5-C76EFF349F7B}" type="datetimeFigureOut">
              <a:rPr kumimoji="1" lang="zh-CN" altLang="en-US" smtClean="0"/>
              <a:t>2025/5/31</a:t>
            </a:fld>
            <a:endParaRPr kumimoji="1" lang="zh-CN" altLang="en-US"/>
          </a:p>
        </p:txBody>
      </p:sp>
      <p:sp>
        <p:nvSpPr>
          <p:cNvPr id="5" name="页脚占位符 4">
            <a:extLst>
              <a:ext uri="{FF2B5EF4-FFF2-40B4-BE49-F238E27FC236}">
                <a16:creationId xmlns:a16="http://schemas.microsoft.com/office/drawing/2014/main" id="{3FB0552B-B23D-6F94-6AC8-62E098DD392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99FDEF9-645B-624F-B9C9-D884D1EB9AD3}"/>
              </a:ext>
            </a:extLst>
          </p:cNvPr>
          <p:cNvSpPr>
            <a:spLocks noGrp="1"/>
          </p:cNvSpPr>
          <p:nvPr>
            <p:ph type="sldNum" sz="quarter" idx="12"/>
          </p:nvPr>
        </p:nvSpPr>
        <p:spPr/>
        <p:txBody>
          <a:bodyPr/>
          <a:lstStyle/>
          <a:p>
            <a:fld id="{A035A6CB-1573-CE49-879F-C20378C53C5A}" type="slidenum">
              <a:rPr kumimoji="1" lang="zh-CN" altLang="en-US" smtClean="0"/>
              <a:t>‹#›</a:t>
            </a:fld>
            <a:endParaRPr kumimoji="1" lang="zh-CN" altLang="en-US"/>
          </a:p>
        </p:txBody>
      </p:sp>
    </p:spTree>
    <p:extLst>
      <p:ext uri="{BB962C8B-B14F-4D97-AF65-F5344CB8AC3E}">
        <p14:creationId xmlns:p14="http://schemas.microsoft.com/office/powerpoint/2010/main" val="280870005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06EDD6-F8E2-B164-A9B5-DC22D7C20734}"/>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62CB68C5-1C29-B002-5E3C-58C7F11F05C2}"/>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A1E77D1D-9BFC-327A-4AE3-922CBA2A3CA2}"/>
              </a:ext>
            </a:extLst>
          </p:cNvPr>
          <p:cNvSpPr>
            <a:spLocks noGrp="1"/>
          </p:cNvSpPr>
          <p:nvPr>
            <p:ph type="dt" sz="half" idx="10"/>
          </p:nvPr>
        </p:nvSpPr>
        <p:spPr/>
        <p:txBody>
          <a:bodyPr/>
          <a:lstStyle/>
          <a:p>
            <a:fld id="{6DF64FF5-AF41-8D44-8EA5-C76EFF349F7B}" type="datetimeFigureOut">
              <a:rPr kumimoji="1" lang="zh-CN" altLang="en-US" smtClean="0"/>
              <a:t>2025/5/31</a:t>
            </a:fld>
            <a:endParaRPr kumimoji="1" lang="zh-CN" altLang="en-US"/>
          </a:p>
        </p:txBody>
      </p:sp>
      <p:sp>
        <p:nvSpPr>
          <p:cNvPr id="5" name="页脚占位符 4">
            <a:extLst>
              <a:ext uri="{FF2B5EF4-FFF2-40B4-BE49-F238E27FC236}">
                <a16:creationId xmlns:a16="http://schemas.microsoft.com/office/drawing/2014/main" id="{7725F529-DFB2-55B5-DC6E-8F6FBC4CC34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19AA28F-67A0-3DAE-7C3B-1E2A3D052D06}"/>
              </a:ext>
            </a:extLst>
          </p:cNvPr>
          <p:cNvSpPr>
            <a:spLocks noGrp="1"/>
          </p:cNvSpPr>
          <p:nvPr>
            <p:ph type="sldNum" sz="quarter" idx="12"/>
          </p:nvPr>
        </p:nvSpPr>
        <p:spPr/>
        <p:txBody>
          <a:bodyPr/>
          <a:lstStyle/>
          <a:p>
            <a:fld id="{A035A6CB-1573-CE49-879F-C20378C53C5A}" type="slidenum">
              <a:rPr kumimoji="1" lang="zh-CN" altLang="en-US" smtClean="0"/>
              <a:t>‹#›</a:t>
            </a:fld>
            <a:endParaRPr kumimoji="1" lang="zh-CN" altLang="en-US"/>
          </a:p>
        </p:txBody>
      </p:sp>
    </p:spTree>
    <p:extLst>
      <p:ext uri="{BB962C8B-B14F-4D97-AF65-F5344CB8AC3E}">
        <p14:creationId xmlns:p14="http://schemas.microsoft.com/office/powerpoint/2010/main" val="106801342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9D234F-336D-9B01-FD8F-6570FDEDD5C6}"/>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197145BF-0ECB-ABF9-68EF-BB4C6B2DEC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4DBFDEF5-E7AB-4935-95C5-3C581CF659A8}"/>
              </a:ext>
            </a:extLst>
          </p:cNvPr>
          <p:cNvSpPr>
            <a:spLocks noGrp="1"/>
          </p:cNvSpPr>
          <p:nvPr>
            <p:ph type="dt" sz="half" idx="10"/>
          </p:nvPr>
        </p:nvSpPr>
        <p:spPr/>
        <p:txBody>
          <a:bodyPr/>
          <a:lstStyle/>
          <a:p>
            <a:fld id="{6DF64FF5-AF41-8D44-8EA5-C76EFF349F7B}" type="datetimeFigureOut">
              <a:rPr kumimoji="1" lang="zh-CN" altLang="en-US" smtClean="0"/>
              <a:t>2025/5/31</a:t>
            </a:fld>
            <a:endParaRPr kumimoji="1" lang="zh-CN" altLang="en-US"/>
          </a:p>
        </p:txBody>
      </p:sp>
      <p:sp>
        <p:nvSpPr>
          <p:cNvPr id="5" name="页脚占位符 4">
            <a:extLst>
              <a:ext uri="{FF2B5EF4-FFF2-40B4-BE49-F238E27FC236}">
                <a16:creationId xmlns:a16="http://schemas.microsoft.com/office/drawing/2014/main" id="{AE52C556-54BA-40D9-BD30-468D419BD89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EFE63F1-2624-2100-F50E-EFC55CABC221}"/>
              </a:ext>
            </a:extLst>
          </p:cNvPr>
          <p:cNvSpPr>
            <a:spLocks noGrp="1"/>
          </p:cNvSpPr>
          <p:nvPr>
            <p:ph type="sldNum" sz="quarter" idx="12"/>
          </p:nvPr>
        </p:nvSpPr>
        <p:spPr/>
        <p:txBody>
          <a:bodyPr/>
          <a:lstStyle/>
          <a:p>
            <a:fld id="{A035A6CB-1573-CE49-879F-C20378C53C5A}" type="slidenum">
              <a:rPr kumimoji="1" lang="zh-CN" altLang="en-US" smtClean="0"/>
              <a:t>‹#›</a:t>
            </a:fld>
            <a:endParaRPr kumimoji="1" lang="zh-CN" altLang="en-US"/>
          </a:p>
        </p:txBody>
      </p:sp>
    </p:spTree>
    <p:extLst>
      <p:ext uri="{BB962C8B-B14F-4D97-AF65-F5344CB8AC3E}">
        <p14:creationId xmlns:p14="http://schemas.microsoft.com/office/powerpoint/2010/main" val="199261222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413DDA-6E07-9B1D-E59C-16259249A229}"/>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0499546C-B0C7-D8A6-1AEA-647BEE374488}"/>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5D85B6EC-7EAD-8F7C-3020-97DD56701A84}"/>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0F16EF6B-2D28-6DCD-CA2D-768755418999}"/>
              </a:ext>
            </a:extLst>
          </p:cNvPr>
          <p:cNvSpPr>
            <a:spLocks noGrp="1"/>
          </p:cNvSpPr>
          <p:nvPr>
            <p:ph type="dt" sz="half" idx="10"/>
          </p:nvPr>
        </p:nvSpPr>
        <p:spPr/>
        <p:txBody>
          <a:bodyPr/>
          <a:lstStyle/>
          <a:p>
            <a:fld id="{6DF64FF5-AF41-8D44-8EA5-C76EFF349F7B}" type="datetimeFigureOut">
              <a:rPr kumimoji="1" lang="zh-CN" altLang="en-US" smtClean="0"/>
              <a:t>2025/5/31</a:t>
            </a:fld>
            <a:endParaRPr kumimoji="1" lang="zh-CN" altLang="en-US"/>
          </a:p>
        </p:txBody>
      </p:sp>
      <p:sp>
        <p:nvSpPr>
          <p:cNvPr id="6" name="页脚占位符 5">
            <a:extLst>
              <a:ext uri="{FF2B5EF4-FFF2-40B4-BE49-F238E27FC236}">
                <a16:creationId xmlns:a16="http://schemas.microsoft.com/office/drawing/2014/main" id="{7A31C7CE-70C9-CD7F-854E-FC14E1FA470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2DB86A00-E9E6-E417-DBFF-2CFB408CFCD7}"/>
              </a:ext>
            </a:extLst>
          </p:cNvPr>
          <p:cNvSpPr>
            <a:spLocks noGrp="1"/>
          </p:cNvSpPr>
          <p:nvPr>
            <p:ph type="sldNum" sz="quarter" idx="12"/>
          </p:nvPr>
        </p:nvSpPr>
        <p:spPr/>
        <p:txBody>
          <a:bodyPr/>
          <a:lstStyle/>
          <a:p>
            <a:fld id="{A035A6CB-1573-CE49-879F-C20378C53C5A}" type="slidenum">
              <a:rPr kumimoji="1" lang="zh-CN" altLang="en-US" smtClean="0"/>
              <a:t>‹#›</a:t>
            </a:fld>
            <a:endParaRPr kumimoji="1" lang="zh-CN" altLang="en-US"/>
          </a:p>
        </p:txBody>
      </p:sp>
    </p:spTree>
    <p:extLst>
      <p:ext uri="{BB962C8B-B14F-4D97-AF65-F5344CB8AC3E}">
        <p14:creationId xmlns:p14="http://schemas.microsoft.com/office/powerpoint/2010/main" val="234908872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D60ED9-CEF6-EDC6-BDFF-5EB174F488BB}"/>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F117456F-165A-7A33-6931-663C4DCDEA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7A8B5192-3CB9-1EE8-FBC4-18487683E6BA}"/>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31E39816-5AC5-05F8-0C2F-2382B5BB39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650CB35-2353-E877-03A7-056762DBA9F4}"/>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8A4DC91F-421C-A590-530A-3B857B567B54}"/>
              </a:ext>
            </a:extLst>
          </p:cNvPr>
          <p:cNvSpPr>
            <a:spLocks noGrp="1"/>
          </p:cNvSpPr>
          <p:nvPr>
            <p:ph type="dt" sz="half" idx="10"/>
          </p:nvPr>
        </p:nvSpPr>
        <p:spPr/>
        <p:txBody>
          <a:bodyPr/>
          <a:lstStyle/>
          <a:p>
            <a:fld id="{6DF64FF5-AF41-8D44-8EA5-C76EFF349F7B}" type="datetimeFigureOut">
              <a:rPr kumimoji="1" lang="zh-CN" altLang="en-US" smtClean="0"/>
              <a:t>2025/5/31</a:t>
            </a:fld>
            <a:endParaRPr kumimoji="1" lang="zh-CN" altLang="en-US"/>
          </a:p>
        </p:txBody>
      </p:sp>
      <p:sp>
        <p:nvSpPr>
          <p:cNvPr id="8" name="页脚占位符 7">
            <a:extLst>
              <a:ext uri="{FF2B5EF4-FFF2-40B4-BE49-F238E27FC236}">
                <a16:creationId xmlns:a16="http://schemas.microsoft.com/office/drawing/2014/main" id="{CC7B2739-D81C-9C55-DA49-BE1CDE33B05A}"/>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C3C1737B-AE0B-24C6-75D6-3F219CCC3914}"/>
              </a:ext>
            </a:extLst>
          </p:cNvPr>
          <p:cNvSpPr>
            <a:spLocks noGrp="1"/>
          </p:cNvSpPr>
          <p:nvPr>
            <p:ph type="sldNum" sz="quarter" idx="12"/>
          </p:nvPr>
        </p:nvSpPr>
        <p:spPr/>
        <p:txBody>
          <a:bodyPr/>
          <a:lstStyle/>
          <a:p>
            <a:fld id="{A035A6CB-1573-CE49-879F-C20378C53C5A}" type="slidenum">
              <a:rPr kumimoji="1" lang="zh-CN" altLang="en-US" smtClean="0"/>
              <a:t>‹#›</a:t>
            </a:fld>
            <a:endParaRPr kumimoji="1" lang="zh-CN" altLang="en-US"/>
          </a:p>
        </p:txBody>
      </p:sp>
    </p:spTree>
    <p:extLst>
      <p:ext uri="{BB962C8B-B14F-4D97-AF65-F5344CB8AC3E}">
        <p14:creationId xmlns:p14="http://schemas.microsoft.com/office/powerpoint/2010/main" val="21510261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5A7874-44E7-BDA6-FECC-AD926F113632}"/>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6833BAA7-3FCE-3ABF-05C2-1044A6D9EEE7}"/>
              </a:ext>
            </a:extLst>
          </p:cNvPr>
          <p:cNvSpPr>
            <a:spLocks noGrp="1"/>
          </p:cNvSpPr>
          <p:nvPr>
            <p:ph type="dt" sz="half" idx="10"/>
          </p:nvPr>
        </p:nvSpPr>
        <p:spPr/>
        <p:txBody>
          <a:bodyPr/>
          <a:lstStyle/>
          <a:p>
            <a:fld id="{6DF64FF5-AF41-8D44-8EA5-C76EFF349F7B}" type="datetimeFigureOut">
              <a:rPr kumimoji="1" lang="zh-CN" altLang="en-US" smtClean="0"/>
              <a:t>2025/5/31</a:t>
            </a:fld>
            <a:endParaRPr kumimoji="1" lang="zh-CN" altLang="en-US"/>
          </a:p>
        </p:txBody>
      </p:sp>
      <p:sp>
        <p:nvSpPr>
          <p:cNvPr id="4" name="页脚占位符 3">
            <a:extLst>
              <a:ext uri="{FF2B5EF4-FFF2-40B4-BE49-F238E27FC236}">
                <a16:creationId xmlns:a16="http://schemas.microsoft.com/office/drawing/2014/main" id="{A11DD9E1-4EDE-B43C-0306-3B2585995F30}"/>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8D037AEF-2E10-368A-D939-FFCBD6E596E2}"/>
              </a:ext>
            </a:extLst>
          </p:cNvPr>
          <p:cNvSpPr>
            <a:spLocks noGrp="1"/>
          </p:cNvSpPr>
          <p:nvPr>
            <p:ph type="sldNum" sz="quarter" idx="12"/>
          </p:nvPr>
        </p:nvSpPr>
        <p:spPr/>
        <p:txBody>
          <a:bodyPr/>
          <a:lstStyle/>
          <a:p>
            <a:fld id="{A035A6CB-1573-CE49-879F-C20378C53C5A}" type="slidenum">
              <a:rPr kumimoji="1" lang="zh-CN" altLang="en-US" smtClean="0"/>
              <a:t>‹#›</a:t>
            </a:fld>
            <a:endParaRPr kumimoji="1" lang="zh-CN" altLang="en-US"/>
          </a:p>
        </p:txBody>
      </p:sp>
    </p:spTree>
    <p:extLst>
      <p:ext uri="{BB962C8B-B14F-4D97-AF65-F5344CB8AC3E}">
        <p14:creationId xmlns:p14="http://schemas.microsoft.com/office/powerpoint/2010/main" val="104004254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85E2E19-349C-FB00-6CAB-5795238F9585}"/>
              </a:ext>
            </a:extLst>
          </p:cNvPr>
          <p:cNvSpPr>
            <a:spLocks noGrp="1"/>
          </p:cNvSpPr>
          <p:nvPr>
            <p:ph type="dt" sz="half" idx="10"/>
          </p:nvPr>
        </p:nvSpPr>
        <p:spPr/>
        <p:txBody>
          <a:bodyPr/>
          <a:lstStyle/>
          <a:p>
            <a:fld id="{6DF64FF5-AF41-8D44-8EA5-C76EFF349F7B}" type="datetimeFigureOut">
              <a:rPr kumimoji="1" lang="zh-CN" altLang="en-US" smtClean="0"/>
              <a:t>2025/5/31</a:t>
            </a:fld>
            <a:endParaRPr kumimoji="1" lang="zh-CN" altLang="en-US"/>
          </a:p>
        </p:txBody>
      </p:sp>
      <p:sp>
        <p:nvSpPr>
          <p:cNvPr id="3" name="页脚占位符 2">
            <a:extLst>
              <a:ext uri="{FF2B5EF4-FFF2-40B4-BE49-F238E27FC236}">
                <a16:creationId xmlns:a16="http://schemas.microsoft.com/office/drawing/2014/main" id="{2C4DAE97-B03A-4E8B-4C7E-E409B29CFCBD}"/>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A22C5279-157D-0F78-EED2-1DFBBE6E9011}"/>
              </a:ext>
            </a:extLst>
          </p:cNvPr>
          <p:cNvSpPr>
            <a:spLocks noGrp="1"/>
          </p:cNvSpPr>
          <p:nvPr>
            <p:ph type="sldNum" sz="quarter" idx="12"/>
          </p:nvPr>
        </p:nvSpPr>
        <p:spPr/>
        <p:txBody>
          <a:bodyPr/>
          <a:lstStyle/>
          <a:p>
            <a:fld id="{A035A6CB-1573-CE49-879F-C20378C53C5A}" type="slidenum">
              <a:rPr kumimoji="1" lang="zh-CN" altLang="en-US" smtClean="0"/>
              <a:t>‹#›</a:t>
            </a:fld>
            <a:endParaRPr kumimoji="1" lang="zh-CN" altLang="en-US"/>
          </a:p>
        </p:txBody>
      </p:sp>
    </p:spTree>
    <p:extLst>
      <p:ext uri="{BB962C8B-B14F-4D97-AF65-F5344CB8AC3E}">
        <p14:creationId xmlns:p14="http://schemas.microsoft.com/office/powerpoint/2010/main" val="267739385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1C92F5-6E5C-FB83-93E9-D546B6503F07}"/>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78131BF7-47BD-BAD5-9BA2-83994A7E74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42750EAD-4BAC-5C85-8028-60182F6A20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C5B1549A-5FC4-709B-A0A9-3BD96A2435D2}"/>
              </a:ext>
            </a:extLst>
          </p:cNvPr>
          <p:cNvSpPr>
            <a:spLocks noGrp="1"/>
          </p:cNvSpPr>
          <p:nvPr>
            <p:ph type="dt" sz="half" idx="10"/>
          </p:nvPr>
        </p:nvSpPr>
        <p:spPr/>
        <p:txBody>
          <a:bodyPr/>
          <a:lstStyle/>
          <a:p>
            <a:fld id="{6DF64FF5-AF41-8D44-8EA5-C76EFF349F7B}" type="datetimeFigureOut">
              <a:rPr kumimoji="1" lang="zh-CN" altLang="en-US" smtClean="0"/>
              <a:t>2025/5/31</a:t>
            </a:fld>
            <a:endParaRPr kumimoji="1" lang="zh-CN" altLang="en-US"/>
          </a:p>
        </p:txBody>
      </p:sp>
      <p:sp>
        <p:nvSpPr>
          <p:cNvPr id="6" name="页脚占位符 5">
            <a:extLst>
              <a:ext uri="{FF2B5EF4-FFF2-40B4-BE49-F238E27FC236}">
                <a16:creationId xmlns:a16="http://schemas.microsoft.com/office/drawing/2014/main" id="{02C88EC9-880C-1299-6B69-A5C41EBC4B83}"/>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165237FB-0522-6717-5C62-798F18796C3E}"/>
              </a:ext>
            </a:extLst>
          </p:cNvPr>
          <p:cNvSpPr>
            <a:spLocks noGrp="1"/>
          </p:cNvSpPr>
          <p:nvPr>
            <p:ph type="sldNum" sz="quarter" idx="12"/>
          </p:nvPr>
        </p:nvSpPr>
        <p:spPr/>
        <p:txBody>
          <a:bodyPr/>
          <a:lstStyle/>
          <a:p>
            <a:fld id="{A035A6CB-1573-CE49-879F-C20378C53C5A}" type="slidenum">
              <a:rPr kumimoji="1" lang="zh-CN" altLang="en-US" smtClean="0"/>
              <a:t>‹#›</a:t>
            </a:fld>
            <a:endParaRPr kumimoji="1" lang="zh-CN" altLang="en-US"/>
          </a:p>
        </p:txBody>
      </p:sp>
    </p:spTree>
    <p:extLst>
      <p:ext uri="{BB962C8B-B14F-4D97-AF65-F5344CB8AC3E}">
        <p14:creationId xmlns:p14="http://schemas.microsoft.com/office/powerpoint/2010/main" val="367621051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83311-0C61-F474-17DA-DCD996023B8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35F7287C-E405-A276-2AE8-CDB8E1E6E9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zh-CN" altLang="en-US"/>
              <a:t>单击图标添加图片</a:t>
            </a:r>
          </a:p>
        </p:txBody>
      </p:sp>
      <p:sp>
        <p:nvSpPr>
          <p:cNvPr id="4" name="文本占位符 3">
            <a:extLst>
              <a:ext uri="{FF2B5EF4-FFF2-40B4-BE49-F238E27FC236}">
                <a16:creationId xmlns:a16="http://schemas.microsoft.com/office/drawing/2014/main" id="{0D0B3676-C8EF-89D5-1F43-32A768A783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E669902D-C530-F0A9-8C76-A25AF3BD3981}"/>
              </a:ext>
            </a:extLst>
          </p:cNvPr>
          <p:cNvSpPr>
            <a:spLocks noGrp="1"/>
          </p:cNvSpPr>
          <p:nvPr>
            <p:ph type="dt" sz="half" idx="10"/>
          </p:nvPr>
        </p:nvSpPr>
        <p:spPr/>
        <p:txBody>
          <a:bodyPr/>
          <a:lstStyle/>
          <a:p>
            <a:fld id="{6DF64FF5-AF41-8D44-8EA5-C76EFF349F7B}" type="datetimeFigureOut">
              <a:rPr kumimoji="1" lang="zh-CN" altLang="en-US" smtClean="0"/>
              <a:t>2025/5/31</a:t>
            </a:fld>
            <a:endParaRPr kumimoji="1" lang="zh-CN" altLang="en-US"/>
          </a:p>
        </p:txBody>
      </p:sp>
      <p:sp>
        <p:nvSpPr>
          <p:cNvPr id="6" name="页脚占位符 5">
            <a:extLst>
              <a:ext uri="{FF2B5EF4-FFF2-40B4-BE49-F238E27FC236}">
                <a16:creationId xmlns:a16="http://schemas.microsoft.com/office/drawing/2014/main" id="{FC41CEAC-4660-C7F1-E492-CA4D9B4B586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8EB93C4F-9A62-1BEC-2692-47FAC73FD5FC}"/>
              </a:ext>
            </a:extLst>
          </p:cNvPr>
          <p:cNvSpPr>
            <a:spLocks noGrp="1"/>
          </p:cNvSpPr>
          <p:nvPr>
            <p:ph type="sldNum" sz="quarter" idx="12"/>
          </p:nvPr>
        </p:nvSpPr>
        <p:spPr/>
        <p:txBody>
          <a:bodyPr/>
          <a:lstStyle/>
          <a:p>
            <a:fld id="{A035A6CB-1573-CE49-879F-C20378C53C5A}" type="slidenum">
              <a:rPr kumimoji="1" lang="zh-CN" altLang="en-US" smtClean="0"/>
              <a:t>‹#›</a:t>
            </a:fld>
            <a:endParaRPr kumimoji="1" lang="zh-CN" altLang="en-US"/>
          </a:p>
        </p:txBody>
      </p:sp>
    </p:spTree>
    <p:extLst>
      <p:ext uri="{BB962C8B-B14F-4D97-AF65-F5344CB8AC3E}">
        <p14:creationId xmlns:p14="http://schemas.microsoft.com/office/powerpoint/2010/main" val="188529765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CE63F5-AB14-307E-A117-BB7B9BE0050C}"/>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8428416D-578D-31E4-8A6B-522C636CCB5D}"/>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109D001-C98D-F27C-ECAB-4B36BABF16FF}"/>
              </a:ext>
            </a:extLst>
          </p:cNvPr>
          <p:cNvSpPr>
            <a:spLocks noGrp="1"/>
          </p:cNvSpPr>
          <p:nvPr>
            <p:ph type="dt" sz="half" idx="10"/>
          </p:nvPr>
        </p:nvSpPr>
        <p:spPr/>
        <p:txBody>
          <a:bodyPr/>
          <a:lstStyle/>
          <a:p>
            <a:fld id="{6DF64FF5-AF41-8D44-8EA5-C76EFF349F7B}" type="datetimeFigureOut">
              <a:rPr kumimoji="1" lang="zh-CN" altLang="en-US" smtClean="0"/>
              <a:t>2025/5/31</a:t>
            </a:fld>
            <a:endParaRPr kumimoji="1" lang="zh-CN" altLang="en-US"/>
          </a:p>
        </p:txBody>
      </p:sp>
      <p:sp>
        <p:nvSpPr>
          <p:cNvPr id="5" name="页脚占位符 4">
            <a:extLst>
              <a:ext uri="{FF2B5EF4-FFF2-40B4-BE49-F238E27FC236}">
                <a16:creationId xmlns:a16="http://schemas.microsoft.com/office/drawing/2014/main" id="{8404E997-E50C-2F99-8BF2-06E6E6261E1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4393BD8-2F3E-60ED-213D-490DD864C6E4}"/>
              </a:ext>
            </a:extLst>
          </p:cNvPr>
          <p:cNvSpPr>
            <a:spLocks noGrp="1"/>
          </p:cNvSpPr>
          <p:nvPr>
            <p:ph type="sldNum" sz="quarter" idx="12"/>
          </p:nvPr>
        </p:nvSpPr>
        <p:spPr/>
        <p:txBody>
          <a:bodyPr/>
          <a:lstStyle/>
          <a:p>
            <a:fld id="{A035A6CB-1573-CE49-879F-C20378C53C5A}" type="slidenum">
              <a:rPr kumimoji="1" lang="zh-CN" altLang="en-US" smtClean="0"/>
              <a:t>‹#›</a:t>
            </a:fld>
            <a:endParaRPr kumimoji="1" lang="zh-CN" altLang="en-US"/>
          </a:p>
        </p:txBody>
      </p:sp>
    </p:spTree>
    <p:extLst>
      <p:ext uri="{BB962C8B-B14F-4D97-AF65-F5344CB8AC3E}">
        <p14:creationId xmlns:p14="http://schemas.microsoft.com/office/powerpoint/2010/main" val="213791337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C2DFE68-BF3A-5D96-4440-1D4B4FCD0126}"/>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31EE67DE-D707-3499-0047-BE4D5E135DA4}"/>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A15237D-F9A9-54A4-F9EA-FC45BED98E36}"/>
              </a:ext>
            </a:extLst>
          </p:cNvPr>
          <p:cNvSpPr>
            <a:spLocks noGrp="1"/>
          </p:cNvSpPr>
          <p:nvPr>
            <p:ph type="dt" sz="half" idx="10"/>
          </p:nvPr>
        </p:nvSpPr>
        <p:spPr/>
        <p:txBody>
          <a:bodyPr/>
          <a:lstStyle/>
          <a:p>
            <a:fld id="{6DF64FF5-AF41-8D44-8EA5-C76EFF349F7B}" type="datetimeFigureOut">
              <a:rPr kumimoji="1" lang="zh-CN" altLang="en-US" smtClean="0"/>
              <a:t>2025/5/31</a:t>
            </a:fld>
            <a:endParaRPr kumimoji="1" lang="zh-CN" altLang="en-US"/>
          </a:p>
        </p:txBody>
      </p:sp>
      <p:sp>
        <p:nvSpPr>
          <p:cNvPr id="5" name="页脚占位符 4">
            <a:extLst>
              <a:ext uri="{FF2B5EF4-FFF2-40B4-BE49-F238E27FC236}">
                <a16:creationId xmlns:a16="http://schemas.microsoft.com/office/drawing/2014/main" id="{8954EAF7-397A-083B-2E46-C00ED752A31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7774D8F-8711-B28F-4511-D17E8000D3D9}"/>
              </a:ext>
            </a:extLst>
          </p:cNvPr>
          <p:cNvSpPr>
            <a:spLocks noGrp="1"/>
          </p:cNvSpPr>
          <p:nvPr>
            <p:ph type="sldNum" sz="quarter" idx="12"/>
          </p:nvPr>
        </p:nvSpPr>
        <p:spPr/>
        <p:txBody>
          <a:bodyPr/>
          <a:lstStyle/>
          <a:p>
            <a:fld id="{A035A6CB-1573-CE49-879F-C20378C53C5A}" type="slidenum">
              <a:rPr kumimoji="1" lang="zh-CN" altLang="en-US" smtClean="0"/>
              <a:t>‹#›</a:t>
            </a:fld>
            <a:endParaRPr kumimoji="1" lang="zh-CN" altLang="en-US"/>
          </a:p>
        </p:txBody>
      </p:sp>
    </p:spTree>
    <p:extLst>
      <p:ext uri="{BB962C8B-B14F-4D97-AF65-F5344CB8AC3E}">
        <p14:creationId xmlns:p14="http://schemas.microsoft.com/office/powerpoint/2010/main" val="131428738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187554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AECB2BD-A2D9-1C90-6BB8-C1BDEBF4FD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346378F-0B8E-824F-7061-F0B8FDAA1B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7756720A-BF36-4CE8-125F-F918FAA2DD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82000"/>
                  </a:schemeClr>
                </a:solidFill>
                <a:latin typeface="Alibaba PuHuiTi" pitchFamily="18" charset="-122"/>
                <a:ea typeface="Alibaba PuHuiTi" pitchFamily="18" charset="-122"/>
              </a:defRPr>
            </a:lvl1pPr>
          </a:lstStyle>
          <a:p>
            <a:fld id="{6DF64FF5-AF41-8D44-8EA5-C76EFF349F7B}" type="datetimeFigureOut">
              <a:rPr kumimoji="1" lang="zh-CN" altLang="en-US" smtClean="0"/>
              <a:pPr/>
              <a:t>2025/5/31</a:t>
            </a:fld>
            <a:endParaRPr kumimoji="1" lang="zh-CN" altLang="en-US" dirty="0"/>
          </a:p>
        </p:txBody>
      </p:sp>
      <p:sp>
        <p:nvSpPr>
          <p:cNvPr id="5" name="页脚占位符 4">
            <a:extLst>
              <a:ext uri="{FF2B5EF4-FFF2-40B4-BE49-F238E27FC236}">
                <a16:creationId xmlns:a16="http://schemas.microsoft.com/office/drawing/2014/main" id="{FE0E1E2F-4D31-9B9B-7314-A236D0268A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82000"/>
                  </a:schemeClr>
                </a:solidFill>
                <a:latin typeface="Alibaba PuHuiTi" pitchFamily="18" charset="-122"/>
                <a:ea typeface="Alibaba PuHuiTi" pitchFamily="18" charset="-122"/>
              </a:defRPr>
            </a:lvl1pPr>
          </a:lstStyle>
          <a:p>
            <a:endParaRPr kumimoji="1" lang="zh-CN" altLang="en-US" dirty="0"/>
          </a:p>
        </p:txBody>
      </p:sp>
      <p:sp>
        <p:nvSpPr>
          <p:cNvPr id="6" name="灯片编号占位符 5">
            <a:extLst>
              <a:ext uri="{FF2B5EF4-FFF2-40B4-BE49-F238E27FC236}">
                <a16:creationId xmlns:a16="http://schemas.microsoft.com/office/drawing/2014/main" id="{ACEBBFEC-4A6A-6824-5D2B-14170F4661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82000"/>
                  </a:schemeClr>
                </a:solidFill>
                <a:latin typeface="Alibaba PuHuiTi" pitchFamily="18" charset="-122"/>
                <a:ea typeface="Alibaba PuHuiTi" pitchFamily="18" charset="-122"/>
              </a:defRPr>
            </a:lvl1pPr>
          </a:lstStyle>
          <a:p>
            <a:fld id="{A035A6CB-1573-CE49-879F-C20378C53C5A}" type="slidenum">
              <a:rPr kumimoji="1" lang="zh-CN" altLang="en-US" smtClean="0"/>
              <a:pPr/>
              <a:t>‹#›</a:t>
            </a:fld>
            <a:endParaRPr kumimoji="1" lang="zh-CN" altLang="en-US" dirty="0"/>
          </a:p>
        </p:txBody>
      </p:sp>
    </p:spTree>
    <p:extLst>
      <p:ext uri="{BB962C8B-B14F-4D97-AF65-F5344CB8AC3E}">
        <p14:creationId xmlns:p14="http://schemas.microsoft.com/office/powerpoint/2010/main" val="7495495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7" r:id="rId12"/>
  </p:sldLayoutIdLst>
  <mc:AlternateContent xmlns:mc="http://schemas.openxmlformats.org/markup-compatibility/2006" xmlns:p14="http://schemas.microsoft.com/office/powerpoint/2010/main">
    <mc:Choice Requires="p14">
      <p:transition p14:dur="0" advClick="0"/>
    </mc:Choice>
    <mc:Fallback xmlns="">
      <p:transition advClick="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libaba PuHuiTi" pitchFamily="18" charset="-122"/>
          <a:ea typeface="Alibaba PuHuiTi"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libaba PuHuiTi" pitchFamily="18" charset="-122"/>
          <a:ea typeface="Alibaba PuHuiTi"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libaba PuHuiTi" pitchFamily="18" charset="-122"/>
          <a:ea typeface="Alibaba PuHuiTi"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libaba PuHuiTi" pitchFamily="18" charset="-122"/>
          <a:ea typeface="Alibaba PuHuiTi"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libaba PuHuiTi" pitchFamily="18" charset="-122"/>
          <a:ea typeface="Alibaba PuHuiTi"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61">
            <a:extLst>
              <a:ext uri="{FF2B5EF4-FFF2-40B4-BE49-F238E27FC236}">
                <a16:creationId xmlns:a16="http://schemas.microsoft.com/office/drawing/2014/main" id="{58480FEF-40DA-AA5E-BC56-6F510FB1394F}"/>
              </a:ext>
            </a:extLst>
          </p:cNvPr>
          <p:cNvSpPr txBox="1"/>
          <p:nvPr/>
        </p:nvSpPr>
        <p:spPr>
          <a:xfrm>
            <a:off x="262399" y="245474"/>
            <a:ext cx="3976114" cy="523220"/>
          </a:xfrm>
          <a:prstGeom prst="rect">
            <a:avLst/>
          </a:prstGeom>
          <a:noFill/>
        </p:spPr>
        <p:txBody>
          <a:bodyPr wrap="square" rtlCol="0">
            <a:spAutoFit/>
          </a:bodyPr>
          <a:lstStyle/>
          <a:p>
            <a:r>
              <a:rPr lang="en-US" altLang="zh-CN" sz="2800" b="1" dirty="0">
                <a:solidFill>
                  <a:schemeClr val="accent1"/>
                </a:solidFill>
                <a:latin typeface="Alibaba PuHuiTi" pitchFamily="18" charset="-122"/>
                <a:ea typeface="Alibaba PuHuiTi" pitchFamily="18" charset="-122"/>
                <a:cs typeface="Alibaba PuHuiTi" pitchFamily="18" charset="-122"/>
              </a:rPr>
              <a:t>PPT</a:t>
            </a:r>
            <a:r>
              <a:rPr lang="zh-CN" altLang="en-US" sz="2800" b="1" dirty="0">
                <a:solidFill>
                  <a:schemeClr val="accent1"/>
                </a:solidFill>
                <a:latin typeface="Alibaba PuHuiTi" pitchFamily="18" charset="-122"/>
                <a:ea typeface="Alibaba PuHuiTi" pitchFamily="18" charset="-122"/>
                <a:cs typeface="Alibaba PuHuiTi" pitchFamily="18" charset="-122"/>
              </a:rPr>
              <a:t>模版使用说明：</a:t>
            </a:r>
            <a:endParaRPr lang="id-ID" altLang="zh-CN" sz="2800" b="1" dirty="0">
              <a:solidFill>
                <a:schemeClr val="accent1"/>
              </a:solidFill>
              <a:latin typeface="Alibaba PuHuiTi" pitchFamily="18" charset="-122"/>
              <a:ea typeface="Alibaba PuHuiTi" pitchFamily="18" charset="-122"/>
              <a:cs typeface="Alibaba PuHuiTi" pitchFamily="18" charset="-122"/>
            </a:endParaRPr>
          </a:p>
        </p:txBody>
      </p:sp>
      <p:cxnSp>
        <p:nvCxnSpPr>
          <p:cNvPr id="10" name="直线连接符 9">
            <a:extLst>
              <a:ext uri="{FF2B5EF4-FFF2-40B4-BE49-F238E27FC236}">
                <a16:creationId xmlns:a16="http://schemas.microsoft.com/office/drawing/2014/main" id="{CE252BBC-F6FF-DA17-486D-2190DEA83F81}"/>
              </a:ext>
            </a:extLst>
          </p:cNvPr>
          <p:cNvCxnSpPr>
            <a:cxnSpLocks/>
          </p:cNvCxnSpPr>
          <p:nvPr/>
        </p:nvCxnSpPr>
        <p:spPr>
          <a:xfrm>
            <a:off x="349759" y="810548"/>
            <a:ext cx="1149248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61">
            <a:extLst>
              <a:ext uri="{FF2B5EF4-FFF2-40B4-BE49-F238E27FC236}">
                <a16:creationId xmlns:a16="http://schemas.microsoft.com/office/drawing/2014/main" id="{D68771FA-83CD-2EAB-1BB5-777CFF97CB86}"/>
              </a:ext>
            </a:extLst>
          </p:cNvPr>
          <p:cNvSpPr txBox="1"/>
          <p:nvPr/>
        </p:nvSpPr>
        <p:spPr>
          <a:xfrm>
            <a:off x="7838243" y="319605"/>
            <a:ext cx="4100978" cy="369332"/>
          </a:xfrm>
          <a:prstGeom prst="rect">
            <a:avLst/>
          </a:prstGeom>
          <a:noFill/>
        </p:spPr>
        <p:txBody>
          <a:bodyPr wrap="square" rtlCol="0">
            <a:spAutoFit/>
          </a:bodyPr>
          <a:lstStyle/>
          <a:p>
            <a:pPr algn="r"/>
            <a:r>
              <a:rPr lang="en" altLang="zh-CN" sz="1800" dirty="0" err="1">
                <a:solidFill>
                  <a:schemeClr val="accent1"/>
                </a:solidFill>
                <a:latin typeface="Alibaba PuHuiTi" pitchFamily="18" charset="-122"/>
                <a:ea typeface="Alibaba PuHuiTi" pitchFamily="18" charset="-122"/>
                <a:cs typeface="Alibaba PuHuiTi" pitchFamily="18" charset="-122"/>
              </a:rPr>
              <a:t>Powerpoint</a:t>
            </a:r>
            <a:r>
              <a:rPr lang="en" altLang="zh-CN" sz="1800" dirty="0">
                <a:solidFill>
                  <a:schemeClr val="accent1"/>
                </a:solidFill>
                <a:latin typeface="Alibaba PuHuiTi" pitchFamily="18" charset="-122"/>
                <a:ea typeface="Alibaba PuHuiTi" pitchFamily="18" charset="-122"/>
                <a:cs typeface="Alibaba PuHuiTi" pitchFamily="18" charset="-122"/>
              </a:rPr>
              <a:t> Template</a:t>
            </a:r>
            <a:endParaRPr lang="en" altLang="zh-CN" dirty="0">
              <a:solidFill>
                <a:schemeClr val="accent1"/>
              </a:solidFill>
              <a:effectLst/>
              <a:latin typeface="Alibaba PuHuiTi" pitchFamily="18" charset="-122"/>
              <a:ea typeface="Alibaba PuHuiTi" pitchFamily="18" charset="-122"/>
              <a:cs typeface="Alibaba PuHuiTi" pitchFamily="18" charset="-122"/>
            </a:endParaRPr>
          </a:p>
        </p:txBody>
      </p:sp>
      <p:sp>
        <p:nvSpPr>
          <p:cNvPr id="3" name="文本框 2">
            <a:extLst>
              <a:ext uri="{FF2B5EF4-FFF2-40B4-BE49-F238E27FC236}">
                <a16:creationId xmlns:a16="http://schemas.microsoft.com/office/drawing/2014/main" id="{A3DF0550-1C29-5380-4AA6-36AC619ECC1C}"/>
              </a:ext>
            </a:extLst>
          </p:cNvPr>
          <p:cNvSpPr txBox="1"/>
          <p:nvPr/>
        </p:nvSpPr>
        <p:spPr>
          <a:xfrm>
            <a:off x="262399" y="2605484"/>
            <a:ext cx="11492483" cy="3441968"/>
          </a:xfrm>
          <a:prstGeom prst="rect">
            <a:avLst/>
          </a:prstGeom>
          <a:noFill/>
        </p:spPr>
        <p:txBody>
          <a:bodyPr wrap="square" rtlCol="0">
            <a:spAutoFit/>
          </a:bodyPr>
          <a:lstStyle/>
          <a:p>
            <a:pPr algn="just">
              <a:spcAft>
                <a:spcPts val="500"/>
              </a:spcAft>
            </a:pPr>
            <a:r>
              <a:rPr lang="zh-CN" altLang="en-US" sz="1600" dirty="0">
                <a:solidFill>
                  <a:schemeClr val="accent1"/>
                </a:solidFill>
                <a:effectLst/>
                <a:latin typeface="Alibaba PuHuiTi" pitchFamily="18" charset="-122"/>
                <a:ea typeface="Alibaba PuHuiTi" pitchFamily="18" charset="-122"/>
                <a:cs typeface="Alibaba PuHuiTi" pitchFamily="18" charset="-122"/>
              </a:rPr>
              <a:t>常见问题</a:t>
            </a:r>
            <a:r>
              <a:rPr lang="en-US" altLang="zh-CN" sz="1600" dirty="0">
                <a:solidFill>
                  <a:schemeClr val="accent1"/>
                </a:solidFill>
                <a:effectLst/>
                <a:latin typeface="Alibaba PuHuiTi" pitchFamily="18" charset="-122"/>
                <a:ea typeface="Alibaba PuHuiTi" pitchFamily="18" charset="-122"/>
                <a:cs typeface="Alibaba PuHuiTi" pitchFamily="18" charset="-122"/>
              </a:rPr>
              <a:t>1</a:t>
            </a:r>
            <a:r>
              <a:rPr lang="zh-CN" altLang="en-US" sz="1600" dirty="0">
                <a:solidFill>
                  <a:schemeClr val="accent1"/>
                </a:solidFill>
                <a:effectLst/>
                <a:latin typeface="Alibaba PuHuiTi" pitchFamily="18" charset="-122"/>
                <a:ea typeface="Alibaba PuHuiTi" pitchFamily="18" charset="-122"/>
                <a:cs typeface="Alibaba PuHuiTi" pitchFamily="18" charset="-122"/>
              </a:rPr>
              <a:t>：如何更换图片？</a:t>
            </a:r>
            <a:endParaRPr lang="en-US" altLang="zh-CN" sz="1600" dirty="0">
              <a:solidFill>
                <a:schemeClr val="accent1"/>
              </a:solidFill>
              <a:effectLst/>
              <a:latin typeface="Alibaba PuHuiTi" pitchFamily="18" charset="-122"/>
              <a:ea typeface="Alibaba PuHuiTi" pitchFamily="18" charset="-122"/>
              <a:cs typeface="Alibaba PuHuiTi" pitchFamily="18" charset="-122"/>
            </a:endParaRPr>
          </a:p>
          <a:p>
            <a:pPr algn="just">
              <a:spcAft>
                <a:spcPts val="500"/>
              </a:spcAft>
            </a:pPr>
            <a:r>
              <a:rPr lang="zh-CN" altLang="en-US" sz="1600" dirty="0">
                <a:solidFill>
                  <a:schemeClr val="accent1"/>
                </a:solidFill>
                <a:latin typeface="Alibaba PuHuiTi" pitchFamily="18" charset="-122"/>
                <a:ea typeface="Alibaba PuHuiTi" pitchFamily="18" charset="-122"/>
                <a:cs typeface="Alibaba PuHuiTi" pitchFamily="18" charset="-122"/>
              </a:rPr>
              <a:t>选中图片</a:t>
            </a:r>
            <a:r>
              <a:rPr lang="en-US" altLang="zh-CN" sz="1600" dirty="0">
                <a:solidFill>
                  <a:schemeClr val="accent1"/>
                </a:solidFill>
                <a:latin typeface="Alibaba PuHuiTi" pitchFamily="18" charset="-122"/>
                <a:ea typeface="Alibaba PuHuiTi" pitchFamily="18" charset="-122"/>
                <a:cs typeface="Alibaba PuHuiTi" pitchFamily="18" charset="-122"/>
              </a:rPr>
              <a:t>——</a:t>
            </a:r>
            <a:r>
              <a:rPr lang="zh-CN" altLang="en-US" sz="1600" dirty="0">
                <a:solidFill>
                  <a:schemeClr val="accent1"/>
                </a:solidFill>
                <a:latin typeface="Alibaba PuHuiTi" pitchFamily="18" charset="-122"/>
                <a:ea typeface="Alibaba PuHuiTi" pitchFamily="18" charset="-122"/>
                <a:cs typeface="Alibaba PuHuiTi" pitchFamily="18" charset="-122"/>
              </a:rPr>
              <a:t>鼠标右键</a:t>
            </a:r>
            <a:r>
              <a:rPr lang="en-US" altLang="zh-CN" sz="1600" dirty="0">
                <a:solidFill>
                  <a:schemeClr val="accent1"/>
                </a:solidFill>
                <a:latin typeface="Alibaba PuHuiTi" pitchFamily="18" charset="-122"/>
                <a:ea typeface="Alibaba PuHuiTi" pitchFamily="18" charset="-122"/>
                <a:cs typeface="Alibaba PuHuiTi" pitchFamily="18" charset="-122"/>
              </a:rPr>
              <a:t>——</a:t>
            </a:r>
            <a:r>
              <a:rPr lang="zh-CN" altLang="en-US" sz="1600" dirty="0">
                <a:solidFill>
                  <a:schemeClr val="accent1"/>
                </a:solidFill>
                <a:latin typeface="Alibaba PuHuiTi" pitchFamily="18" charset="-122"/>
                <a:ea typeface="Alibaba PuHuiTi" pitchFamily="18" charset="-122"/>
                <a:cs typeface="Alibaba PuHuiTi" pitchFamily="18" charset="-122"/>
              </a:rPr>
              <a:t>设置图片格式</a:t>
            </a:r>
            <a:r>
              <a:rPr lang="en-US" altLang="zh-CN" sz="1600" dirty="0">
                <a:solidFill>
                  <a:schemeClr val="accent1"/>
                </a:solidFill>
                <a:latin typeface="Alibaba PuHuiTi" pitchFamily="18" charset="-122"/>
                <a:ea typeface="Alibaba PuHuiTi" pitchFamily="18" charset="-122"/>
                <a:cs typeface="Alibaba PuHuiTi" pitchFamily="18" charset="-122"/>
              </a:rPr>
              <a:t>——</a:t>
            </a:r>
            <a:r>
              <a:rPr lang="zh-CN" altLang="en-US" sz="1600" dirty="0">
                <a:solidFill>
                  <a:schemeClr val="accent1"/>
                </a:solidFill>
                <a:latin typeface="Alibaba PuHuiTi" pitchFamily="18" charset="-122"/>
                <a:ea typeface="Alibaba PuHuiTi" pitchFamily="18" charset="-122"/>
                <a:cs typeface="Alibaba PuHuiTi" pitchFamily="18" charset="-122"/>
              </a:rPr>
              <a:t>插入</a:t>
            </a:r>
            <a:r>
              <a:rPr lang="en-US" altLang="zh-CN" sz="1600" dirty="0">
                <a:solidFill>
                  <a:schemeClr val="accent1"/>
                </a:solidFill>
                <a:latin typeface="Alibaba PuHuiTi" pitchFamily="18" charset="-122"/>
                <a:ea typeface="Alibaba PuHuiTi" pitchFamily="18" charset="-122"/>
                <a:cs typeface="Alibaba PuHuiTi" pitchFamily="18" charset="-122"/>
              </a:rPr>
              <a:t>——</a:t>
            </a:r>
            <a:r>
              <a:rPr lang="zh-CN" altLang="en-US" sz="1600" dirty="0">
                <a:solidFill>
                  <a:schemeClr val="accent1"/>
                </a:solidFill>
                <a:latin typeface="Alibaba PuHuiTi" pitchFamily="18" charset="-122"/>
                <a:ea typeface="Alibaba PuHuiTi" pitchFamily="18" charset="-122"/>
                <a:cs typeface="Alibaba PuHuiTi" pitchFamily="18" charset="-122"/>
              </a:rPr>
              <a:t>更换成自己需要的配图即可</a:t>
            </a:r>
            <a:endParaRPr lang="en-US" altLang="zh-CN" sz="1600" dirty="0">
              <a:solidFill>
                <a:schemeClr val="accent1"/>
              </a:solidFill>
              <a:latin typeface="Alibaba PuHuiTi" pitchFamily="18" charset="-122"/>
              <a:ea typeface="Alibaba PuHuiTi" pitchFamily="18" charset="-122"/>
              <a:cs typeface="Alibaba PuHuiTi" pitchFamily="18" charset="-122"/>
            </a:endParaRPr>
          </a:p>
          <a:p>
            <a:pPr algn="just">
              <a:spcAft>
                <a:spcPts val="500"/>
              </a:spcAft>
            </a:pPr>
            <a:endParaRPr lang="en-US" altLang="zh-CN" sz="1600" dirty="0">
              <a:solidFill>
                <a:schemeClr val="accent1"/>
              </a:solidFill>
              <a:effectLst/>
              <a:latin typeface="Alibaba PuHuiTi" pitchFamily="18" charset="-122"/>
              <a:ea typeface="Alibaba PuHuiTi" pitchFamily="18" charset="-122"/>
              <a:cs typeface="Alibaba PuHuiTi" pitchFamily="18" charset="-122"/>
            </a:endParaRPr>
          </a:p>
          <a:p>
            <a:pPr algn="just">
              <a:spcAft>
                <a:spcPts val="500"/>
              </a:spcAft>
            </a:pPr>
            <a:r>
              <a:rPr lang="zh-CN" altLang="en-US" sz="1600" dirty="0">
                <a:solidFill>
                  <a:schemeClr val="accent1"/>
                </a:solidFill>
                <a:latin typeface="Alibaba PuHuiTi" pitchFamily="18" charset="-122"/>
                <a:ea typeface="Alibaba PuHuiTi" pitchFamily="18" charset="-122"/>
                <a:cs typeface="Alibaba PuHuiTi" pitchFamily="18" charset="-122"/>
              </a:rPr>
              <a:t>常见问题</a:t>
            </a:r>
            <a:r>
              <a:rPr lang="en-US" altLang="zh-CN" sz="1600" dirty="0">
                <a:solidFill>
                  <a:schemeClr val="accent1"/>
                </a:solidFill>
                <a:latin typeface="Alibaba PuHuiTi" pitchFamily="18" charset="-122"/>
                <a:ea typeface="Alibaba PuHuiTi" pitchFamily="18" charset="-122"/>
                <a:cs typeface="Alibaba PuHuiTi" pitchFamily="18" charset="-122"/>
              </a:rPr>
              <a:t>2:</a:t>
            </a:r>
            <a:r>
              <a:rPr lang="zh-CN" altLang="en-US" sz="1600" dirty="0">
                <a:solidFill>
                  <a:schemeClr val="accent1"/>
                </a:solidFill>
                <a:latin typeface="Alibaba PuHuiTi" pitchFamily="18" charset="-122"/>
                <a:ea typeface="Alibaba PuHuiTi" pitchFamily="18" charset="-122"/>
                <a:cs typeface="Alibaba PuHuiTi" pitchFamily="18" charset="-122"/>
              </a:rPr>
              <a:t>数据图表怎么编辑？</a:t>
            </a:r>
            <a:endParaRPr lang="en-US" altLang="zh-CN" sz="1600" dirty="0">
              <a:solidFill>
                <a:schemeClr val="accent1"/>
              </a:solidFill>
              <a:latin typeface="Alibaba PuHuiTi" pitchFamily="18" charset="-122"/>
              <a:ea typeface="Alibaba PuHuiTi" pitchFamily="18" charset="-122"/>
              <a:cs typeface="Alibaba PuHuiTi" pitchFamily="18" charset="-122"/>
            </a:endParaRPr>
          </a:p>
          <a:p>
            <a:pPr algn="just">
              <a:spcAft>
                <a:spcPts val="500"/>
              </a:spcAft>
            </a:pPr>
            <a:r>
              <a:rPr lang="zh-CN" altLang="en-US" sz="1600" dirty="0">
                <a:solidFill>
                  <a:schemeClr val="accent1"/>
                </a:solidFill>
                <a:latin typeface="Alibaba PuHuiTi" pitchFamily="18" charset="-122"/>
                <a:ea typeface="Alibaba PuHuiTi" pitchFamily="18" charset="-122"/>
                <a:cs typeface="Alibaba PuHuiTi" pitchFamily="18" charset="-122"/>
              </a:rPr>
              <a:t>选中数据图表</a:t>
            </a:r>
            <a:r>
              <a:rPr lang="en-US" altLang="zh-CN" sz="1600" dirty="0">
                <a:solidFill>
                  <a:schemeClr val="accent1"/>
                </a:solidFill>
                <a:latin typeface="Alibaba PuHuiTi" pitchFamily="18" charset="-122"/>
                <a:ea typeface="Alibaba PuHuiTi" pitchFamily="18" charset="-122"/>
                <a:cs typeface="Alibaba PuHuiTi" pitchFamily="18" charset="-122"/>
              </a:rPr>
              <a:t>——</a:t>
            </a:r>
            <a:r>
              <a:rPr lang="zh-CN" altLang="en-US" sz="1600" dirty="0">
                <a:solidFill>
                  <a:schemeClr val="accent1"/>
                </a:solidFill>
                <a:latin typeface="Alibaba PuHuiTi" pitchFamily="18" charset="-122"/>
                <a:ea typeface="Alibaba PuHuiTi" pitchFamily="18" charset="-122"/>
                <a:cs typeface="Alibaba PuHuiTi" pitchFamily="18" charset="-122"/>
              </a:rPr>
              <a:t>表格设计</a:t>
            </a:r>
            <a:r>
              <a:rPr lang="en-US" altLang="zh-CN" sz="1600" dirty="0">
                <a:solidFill>
                  <a:schemeClr val="accent1"/>
                </a:solidFill>
                <a:latin typeface="Alibaba PuHuiTi" pitchFamily="18" charset="-122"/>
                <a:ea typeface="Alibaba PuHuiTi" pitchFamily="18" charset="-122"/>
                <a:cs typeface="Alibaba PuHuiTi" pitchFamily="18" charset="-122"/>
              </a:rPr>
              <a:t>——</a:t>
            </a:r>
            <a:r>
              <a:rPr lang="zh-CN" altLang="en-US" sz="1600" dirty="0">
                <a:solidFill>
                  <a:schemeClr val="accent1"/>
                </a:solidFill>
                <a:latin typeface="Alibaba PuHuiTi" pitchFamily="18" charset="-122"/>
                <a:ea typeface="Alibaba PuHuiTi" pitchFamily="18" charset="-122"/>
                <a:cs typeface="Alibaba PuHuiTi" pitchFamily="18" charset="-122"/>
              </a:rPr>
              <a:t>在</a:t>
            </a:r>
            <a:r>
              <a:rPr lang="en-US" altLang="zh-CN" sz="1600" dirty="0">
                <a:solidFill>
                  <a:schemeClr val="accent1"/>
                </a:solidFill>
                <a:latin typeface="Alibaba PuHuiTi" pitchFamily="18" charset="-122"/>
                <a:ea typeface="Alibaba PuHuiTi" pitchFamily="18" charset="-122"/>
                <a:cs typeface="Alibaba PuHuiTi" pitchFamily="18" charset="-122"/>
              </a:rPr>
              <a:t>excel</a:t>
            </a:r>
            <a:r>
              <a:rPr lang="zh-CN" altLang="en-US" sz="1600" dirty="0">
                <a:solidFill>
                  <a:schemeClr val="accent1"/>
                </a:solidFill>
                <a:latin typeface="Alibaba PuHuiTi" pitchFamily="18" charset="-122"/>
                <a:ea typeface="Alibaba PuHuiTi" pitchFamily="18" charset="-122"/>
                <a:cs typeface="Alibaba PuHuiTi" pitchFamily="18" charset="-122"/>
              </a:rPr>
              <a:t>中编辑</a:t>
            </a:r>
            <a:endParaRPr lang="en-US" altLang="zh-CN" sz="1600" dirty="0">
              <a:solidFill>
                <a:schemeClr val="accent1"/>
              </a:solidFill>
              <a:latin typeface="Alibaba PuHuiTi" pitchFamily="18" charset="-122"/>
              <a:ea typeface="Alibaba PuHuiTi" pitchFamily="18" charset="-122"/>
              <a:cs typeface="Alibaba PuHuiTi" pitchFamily="18" charset="-122"/>
            </a:endParaRPr>
          </a:p>
          <a:p>
            <a:pPr algn="just">
              <a:spcAft>
                <a:spcPts val="500"/>
              </a:spcAft>
            </a:pPr>
            <a:endParaRPr lang="en-US" altLang="zh-CN" sz="1600" dirty="0">
              <a:solidFill>
                <a:schemeClr val="accent1"/>
              </a:solidFill>
              <a:effectLst/>
              <a:latin typeface="Alibaba PuHuiTi" pitchFamily="18" charset="-122"/>
              <a:ea typeface="Alibaba PuHuiTi" pitchFamily="18" charset="-122"/>
              <a:cs typeface="Alibaba PuHuiTi" pitchFamily="18" charset="-122"/>
            </a:endParaRPr>
          </a:p>
          <a:p>
            <a:pPr algn="just">
              <a:spcAft>
                <a:spcPts val="500"/>
              </a:spcAft>
            </a:pPr>
            <a:r>
              <a:rPr lang="zh-CN" altLang="en-US" sz="1600" dirty="0">
                <a:solidFill>
                  <a:schemeClr val="accent1"/>
                </a:solidFill>
                <a:latin typeface="Alibaba PuHuiTi" pitchFamily="18" charset="-122"/>
                <a:ea typeface="Alibaba PuHuiTi" pitchFamily="18" charset="-122"/>
                <a:cs typeface="Alibaba PuHuiTi" pitchFamily="18" charset="-122"/>
              </a:rPr>
              <a:t>常见问题</a:t>
            </a:r>
            <a:r>
              <a:rPr lang="en-US" altLang="zh-CN" sz="1600" dirty="0">
                <a:solidFill>
                  <a:schemeClr val="accent1"/>
                </a:solidFill>
                <a:latin typeface="Alibaba PuHuiTi" pitchFamily="18" charset="-122"/>
                <a:ea typeface="Alibaba PuHuiTi" pitchFamily="18" charset="-122"/>
                <a:cs typeface="Alibaba PuHuiTi" pitchFamily="18" charset="-122"/>
              </a:rPr>
              <a:t>3:</a:t>
            </a:r>
            <a:r>
              <a:rPr lang="zh-CN" altLang="en-US" sz="1600" dirty="0">
                <a:solidFill>
                  <a:schemeClr val="accent1"/>
                </a:solidFill>
                <a:latin typeface="Alibaba PuHuiTi" pitchFamily="18" charset="-122"/>
                <a:ea typeface="Alibaba PuHuiTi" pitchFamily="18" charset="-122"/>
                <a:cs typeface="Alibaba PuHuiTi" pitchFamily="18" charset="-122"/>
              </a:rPr>
              <a:t>怎么复制不改变颜色？</a:t>
            </a:r>
            <a:endParaRPr lang="en-US" altLang="zh-CN" sz="1600" dirty="0">
              <a:solidFill>
                <a:schemeClr val="accent1"/>
              </a:solidFill>
              <a:latin typeface="Alibaba PuHuiTi" pitchFamily="18" charset="-122"/>
              <a:ea typeface="Alibaba PuHuiTi" pitchFamily="18" charset="-122"/>
              <a:cs typeface="Alibaba PuHuiTi" pitchFamily="18" charset="-122"/>
            </a:endParaRPr>
          </a:p>
          <a:p>
            <a:pPr algn="just">
              <a:spcAft>
                <a:spcPts val="500"/>
              </a:spcAft>
            </a:pPr>
            <a:r>
              <a:rPr lang="zh-CN" altLang="en-US" sz="1600" dirty="0">
                <a:solidFill>
                  <a:schemeClr val="accent1"/>
                </a:solidFill>
                <a:effectLst/>
                <a:latin typeface="Alibaba PuHuiTi" pitchFamily="18" charset="-122"/>
                <a:ea typeface="Alibaba PuHuiTi" pitchFamily="18" charset="-122"/>
                <a:cs typeface="Alibaba PuHuiTi" pitchFamily="18" charset="-122"/>
              </a:rPr>
              <a:t>正常复制</a:t>
            </a:r>
            <a:r>
              <a:rPr lang="en-US" altLang="zh-CN" sz="1600" dirty="0">
                <a:solidFill>
                  <a:schemeClr val="accent1"/>
                </a:solidFill>
                <a:effectLst/>
                <a:latin typeface="Alibaba PuHuiTi" pitchFamily="18" charset="-122"/>
                <a:ea typeface="Alibaba PuHuiTi" pitchFamily="18" charset="-122"/>
                <a:cs typeface="Alibaba PuHuiTi" pitchFamily="18" charset="-122"/>
              </a:rPr>
              <a:t>——</a:t>
            </a:r>
            <a:r>
              <a:rPr lang="zh-CN" altLang="en-US" sz="1600" dirty="0">
                <a:solidFill>
                  <a:schemeClr val="accent1"/>
                </a:solidFill>
                <a:effectLst/>
                <a:latin typeface="Alibaba PuHuiTi" pitchFamily="18" charset="-122"/>
                <a:ea typeface="Alibaba PuHuiTi" pitchFamily="18" charset="-122"/>
                <a:cs typeface="Alibaba PuHuiTi" pitchFamily="18" charset="-122"/>
              </a:rPr>
              <a:t>粘贴的时候看左上角</a:t>
            </a:r>
            <a:r>
              <a:rPr lang="en-US" altLang="zh-CN" sz="1600" dirty="0">
                <a:solidFill>
                  <a:schemeClr val="accent1"/>
                </a:solidFill>
                <a:latin typeface="Alibaba PuHuiTi" pitchFamily="18" charset="-122"/>
                <a:ea typeface="Alibaba PuHuiTi" pitchFamily="18" charset="-122"/>
                <a:cs typeface="Alibaba PuHuiTi" pitchFamily="18" charset="-122"/>
              </a:rPr>
              <a:t>——</a:t>
            </a:r>
            <a:r>
              <a:rPr lang="zh-CN" altLang="en-US" sz="1600" dirty="0">
                <a:solidFill>
                  <a:schemeClr val="accent1"/>
                </a:solidFill>
                <a:latin typeface="Alibaba PuHuiTi" pitchFamily="18" charset="-122"/>
                <a:ea typeface="Alibaba PuHuiTi" pitchFamily="18" charset="-122"/>
                <a:cs typeface="Alibaba PuHuiTi" pitchFamily="18" charset="-122"/>
              </a:rPr>
              <a:t>点击粘贴图标旁小三角按钮</a:t>
            </a:r>
            <a:r>
              <a:rPr lang="en-US" altLang="zh-CN" sz="1600" dirty="0">
                <a:solidFill>
                  <a:schemeClr val="accent1"/>
                </a:solidFill>
                <a:latin typeface="Alibaba PuHuiTi" pitchFamily="18" charset="-122"/>
                <a:ea typeface="Alibaba PuHuiTi" pitchFamily="18" charset="-122"/>
                <a:cs typeface="Alibaba PuHuiTi" pitchFamily="18" charset="-122"/>
              </a:rPr>
              <a:t>——</a:t>
            </a:r>
            <a:r>
              <a:rPr lang="zh-CN" altLang="en-US" sz="1600" dirty="0">
                <a:solidFill>
                  <a:schemeClr val="accent1"/>
                </a:solidFill>
                <a:latin typeface="Alibaba PuHuiTi" pitchFamily="18" charset="-122"/>
                <a:ea typeface="Alibaba PuHuiTi" pitchFamily="18" charset="-122"/>
                <a:cs typeface="Alibaba PuHuiTi" pitchFamily="18" charset="-122"/>
              </a:rPr>
              <a:t>保留源格式粘贴</a:t>
            </a:r>
            <a:endParaRPr lang="en-US" altLang="zh-CN" sz="1600" dirty="0">
              <a:solidFill>
                <a:schemeClr val="accent1"/>
              </a:solidFill>
              <a:latin typeface="Alibaba PuHuiTi" pitchFamily="18" charset="-122"/>
              <a:ea typeface="Alibaba PuHuiTi" pitchFamily="18" charset="-122"/>
              <a:cs typeface="Alibaba PuHuiTi" pitchFamily="18" charset="-122"/>
            </a:endParaRPr>
          </a:p>
          <a:p>
            <a:pPr algn="just">
              <a:spcAft>
                <a:spcPts val="500"/>
              </a:spcAft>
            </a:pPr>
            <a:endParaRPr lang="en-US" altLang="zh-CN" sz="1600" dirty="0">
              <a:solidFill>
                <a:schemeClr val="accent1"/>
              </a:solidFill>
              <a:effectLst/>
              <a:latin typeface="Alibaba PuHuiTi" pitchFamily="18" charset="-122"/>
              <a:ea typeface="Alibaba PuHuiTi" pitchFamily="18" charset="-122"/>
              <a:cs typeface="Alibaba PuHuiTi" pitchFamily="18" charset="-122"/>
            </a:endParaRPr>
          </a:p>
          <a:p>
            <a:pPr algn="just">
              <a:spcAft>
                <a:spcPts val="500"/>
              </a:spcAft>
            </a:pPr>
            <a:r>
              <a:rPr lang="zh-CN" altLang="en-US" sz="1600" dirty="0">
                <a:solidFill>
                  <a:schemeClr val="accent1"/>
                </a:solidFill>
                <a:latin typeface="Alibaba PuHuiTi" pitchFamily="18" charset="-122"/>
                <a:ea typeface="Alibaba PuHuiTi" pitchFamily="18" charset="-122"/>
                <a:cs typeface="Alibaba PuHuiTi" pitchFamily="18" charset="-122"/>
              </a:rPr>
              <a:t>常见问题</a:t>
            </a:r>
            <a:r>
              <a:rPr lang="en-US" altLang="zh-CN" sz="1600" dirty="0">
                <a:solidFill>
                  <a:schemeClr val="accent1"/>
                </a:solidFill>
                <a:latin typeface="Alibaba PuHuiTi" pitchFamily="18" charset="-122"/>
                <a:ea typeface="Alibaba PuHuiTi" pitchFamily="18" charset="-122"/>
                <a:cs typeface="Alibaba PuHuiTi" pitchFamily="18" charset="-122"/>
              </a:rPr>
              <a:t>4:</a:t>
            </a:r>
            <a:r>
              <a:rPr lang="zh-CN" altLang="en-US" sz="1600" dirty="0">
                <a:solidFill>
                  <a:schemeClr val="accent1"/>
                </a:solidFill>
                <a:latin typeface="Alibaba PuHuiTi" pitchFamily="18" charset="-122"/>
                <a:ea typeface="Alibaba PuHuiTi" pitchFamily="18" charset="-122"/>
                <a:cs typeface="Alibaba PuHuiTi" pitchFamily="18" charset="-122"/>
              </a:rPr>
              <a:t>如何一键换色？</a:t>
            </a:r>
            <a:endParaRPr lang="en-US" altLang="zh-CN" sz="1600" dirty="0">
              <a:solidFill>
                <a:schemeClr val="accent1"/>
              </a:solidFill>
              <a:latin typeface="Alibaba PuHuiTi" pitchFamily="18" charset="-122"/>
              <a:ea typeface="Alibaba PuHuiTi" pitchFamily="18" charset="-122"/>
              <a:cs typeface="Alibaba PuHuiTi" pitchFamily="18" charset="-122"/>
            </a:endParaRPr>
          </a:p>
          <a:p>
            <a:pPr algn="just">
              <a:spcAft>
                <a:spcPts val="500"/>
              </a:spcAft>
            </a:pPr>
            <a:r>
              <a:rPr lang="zh-CN" altLang="en-US" sz="1600" dirty="0">
                <a:solidFill>
                  <a:schemeClr val="accent1"/>
                </a:solidFill>
                <a:effectLst/>
                <a:latin typeface="Alibaba PuHuiTi" pitchFamily="18" charset="-122"/>
                <a:ea typeface="Alibaba PuHuiTi" pitchFamily="18" charset="-122"/>
                <a:cs typeface="Alibaba PuHuiTi" pitchFamily="18" charset="-122"/>
              </a:rPr>
              <a:t>设计</a:t>
            </a:r>
            <a:r>
              <a:rPr lang="en-US" altLang="zh-CN" sz="1600" dirty="0">
                <a:solidFill>
                  <a:schemeClr val="accent1"/>
                </a:solidFill>
                <a:effectLst/>
                <a:latin typeface="Alibaba PuHuiTi" pitchFamily="18" charset="-122"/>
                <a:ea typeface="Alibaba PuHuiTi" pitchFamily="18" charset="-122"/>
                <a:cs typeface="Alibaba PuHuiTi" pitchFamily="18" charset="-122"/>
              </a:rPr>
              <a:t>——</a:t>
            </a:r>
            <a:r>
              <a:rPr lang="zh-CN" altLang="en-US" sz="1600" dirty="0">
                <a:solidFill>
                  <a:schemeClr val="accent1"/>
                </a:solidFill>
                <a:effectLst/>
                <a:latin typeface="Alibaba PuHuiTi" pitchFamily="18" charset="-122"/>
                <a:ea typeface="Alibaba PuHuiTi" pitchFamily="18" charset="-122"/>
                <a:cs typeface="Alibaba PuHuiTi" pitchFamily="18" charset="-122"/>
              </a:rPr>
              <a:t>颜色</a:t>
            </a:r>
            <a:r>
              <a:rPr lang="en-US" altLang="zh-CN" sz="1600" dirty="0">
                <a:solidFill>
                  <a:schemeClr val="accent1"/>
                </a:solidFill>
                <a:effectLst/>
                <a:latin typeface="Alibaba PuHuiTi" pitchFamily="18" charset="-122"/>
                <a:ea typeface="Alibaba PuHuiTi" pitchFamily="18" charset="-122"/>
                <a:cs typeface="Alibaba PuHuiTi" pitchFamily="18" charset="-122"/>
              </a:rPr>
              <a:t>——</a:t>
            </a:r>
            <a:r>
              <a:rPr lang="zh-CN" altLang="en-US" sz="1600" dirty="0">
                <a:solidFill>
                  <a:schemeClr val="accent1"/>
                </a:solidFill>
                <a:effectLst/>
                <a:latin typeface="Alibaba PuHuiTi" pitchFamily="18" charset="-122"/>
                <a:ea typeface="Alibaba PuHuiTi" pitchFamily="18" charset="-122"/>
                <a:cs typeface="Alibaba PuHuiTi" pitchFamily="18" charset="-122"/>
              </a:rPr>
              <a:t>自定义颜色</a:t>
            </a:r>
            <a:r>
              <a:rPr lang="en-US" altLang="zh-CN" sz="1600" dirty="0">
                <a:solidFill>
                  <a:schemeClr val="accent1"/>
                </a:solidFill>
                <a:latin typeface="Alibaba PuHuiTi" pitchFamily="18" charset="-122"/>
                <a:ea typeface="Alibaba PuHuiTi" pitchFamily="18" charset="-122"/>
                <a:cs typeface="Alibaba PuHuiTi" pitchFamily="18" charset="-122"/>
              </a:rPr>
              <a:t>——</a:t>
            </a:r>
            <a:r>
              <a:rPr lang="zh-CN" altLang="en-US" sz="1600" dirty="0">
                <a:solidFill>
                  <a:schemeClr val="accent1"/>
                </a:solidFill>
                <a:latin typeface="Alibaba PuHuiTi" pitchFamily="18" charset="-122"/>
                <a:ea typeface="Alibaba PuHuiTi" pitchFamily="18" charset="-122"/>
                <a:cs typeface="Alibaba PuHuiTi" pitchFamily="18" charset="-122"/>
              </a:rPr>
              <a:t>更改着色</a:t>
            </a:r>
            <a:r>
              <a:rPr lang="en-US" altLang="zh-CN" sz="1600" dirty="0">
                <a:solidFill>
                  <a:schemeClr val="accent1"/>
                </a:solidFill>
                <a:latin typeface="Alibaba PuHuiTi" pitchFamily="18" charset="-122"/>
                <a:ea typeface="Alibaba PuHuiTi" pitchFamily="18" charset="-122"/>
                <a:cs typeface="Alibaba PuHuiTi" pitchFamily="18" charset="-122"/>
              </a:rPr>
              <a:t>1-4</a:t>
            </a:r>
          </a:p>
        </p:txBody>
      </p:sp>
      <p:sp>
        <p:nvSpPr>
          <p:cNvPr id="4" name="文本框 3">
            <a:extLst>
              <a:ext uri="{FF2B5EF4-FFF2-40B4-BE49-F238E27FC236}">
                <a16:creationId xmlns:a16="http://schemas.microsoft.com/office/drawing/2014/main" id="{5C3CA915-37B8-C706-F05F-831C5913E6E5}"/>
              </a:ext>
            </a:extLst>
          </p:cNvPr>
          <p:cNvSpPr txBox="1"/>
          <p:nvPr/>
        </p:nvSpPr>
        <p:spPr>
          <a:xfrm>
            <a:off x="262399" y="1158949"/>
            <a:ext cx="11579843" cy="1051570"/>
          </a:xfrm>
          <a:prstGeom prst="rect">
            <a:avLst/>
          </a:prstGeom>
          <a:noFill/>
        </p:spPr>
        <p:txBody>
          <a:bodyPr wrap="square" rtlCol="0">
            <a:spAutoFit/>
          </a:bodyPr>
          <a:lstStyle/>
          <a:p>
            <a:pPr>
              <a:spcAft>
                <a:spcPts val="500"/>
              </a:spcAft>
            </a:pPr>
            <a:r>
              <a:rPr kumimoji="1" lang="en-US" altLang="zh-CN" b="1" dirty="0">
                <a:solidFill>
                  <a:schemeClr val="accent1"/>
                </a:solidFill>
                <a:latin typeface="Alibaba PuHuiTi" pitchFamily="18" charset="-122"/>
                <a:ea typeface="Alibaba PuHuiTi" pitchFamily="18" charset="-122"/>
                <a:cs typeface="Alibaba PuHuiTi" pitchFamily="18" charset="-122"/>
              </a:rPr>
              <a:t>PPT</a:t>
            </a:r>
            <a:r>
              <a:rPr kumimoji="1" lang="zh-CN" altLang="en-US" b="1" dirty="0">
                <a:solidFill>
                  <a:schemeClr val="accent1"/>
                </a:solidFill>
                <a:latin typeface="Alibaba PuHuiTi" pitchFamily="18" charset="-122"/>
                <a:ea typeface="Alibaba PuHuiTi" pitchFamily="18" charset="-122"/>
                <a:cs typeface="Alibaba PuHuiTi" pitchFamily="18" charset="-122"/>
              </a:rPr>
              <a:t>模版需要从网盘内下载下来使用，不要在网盘上预览图片！内容都在源文件里！选择自己喜欢的配色下载即可！</a:t>
            </a:r>
            <a:endParaRPr kumimoji="1" lang="en-US" altLang="zh-CN" b="1" dirty="0">
              <a:solidFill>
                <a:schemeClr val="accent1"/>
              </a:solidFill>
              <a:latin typeface="Alibaba PuHuiTi" pitchFamily="18" charset="-122"/>
              <a:ea typeface="Alibaba PuHuiTi" pitchFamily="18" charset="-122"/>
              <a:cs typeface="Alibaba PuHuiTi" pitchFamily="18" charset="-122"/>
            </a:endParaRPr>
          </a:p>
          <a:p>
            <a:pPr>
              <a:spcAft>
                <a:spcPts val="500"/>
              </a:spcAft>
            </a:pPr>
            <a:r>
              <a:rPr kumimoji="1" lang="zh-CN" altLang="en-US" b="1" dirty="0">
                <a:solidFill>
                  <a:schemeClr val="accent1"/>
                </a:solidFill>
                <a:latin typeface="Alibaba PuHuiTi" pitchFamily="18" charset="-122"/>
                <a:ea typeface="Alibaba PuHuiTi" pitchFamily="18" charset="-122"/>
                <a:cs typeface="Alibaba PuHuiTi" pitchFamily="18" charset="-122"/>
              </a:rPr>
              <a:t>本套产品文字和图片均作为展示与排版参考，</a:t>
            </a:r>
            <a:endParaRPr kumimoji="1" lang="en-US" altLang="zh-CN" b="1" dirty="0">
              <a:solidFill>
                <a:schemeClr val="accent1"/>
              </a:solidFill>
              <a:latin typeface="Alibaba PuHuiTi" pitchFamily="18" charset="-122"/>
              <a:ea typeface="Alibaba PuHuiTi" pitchFamily="18" charset="-122"/>
              <a:cs typeface="Alibaba PuHuiTi" pitchFamily="18" charset="-122"/>
            </a:endParaRPr>
          </a:p>
          <a:p>
            <a:pPr>
              <a:spcAft>
                <a:spcPts val="500"/>
              </a:spcAft>
            </a:pPr>
            <a:r>
              <a:rPr kumimoji="1" lang="zh-CN" altLang="en-US" b="1" dirty="0">
                <a:solidFill>
                  <a:schemeClr val="accent1"/>
                </a:solidFill>
                <a:latin typeface="Alibaba PuHuiTi" pitchFamily="18" charset="-122"/>
                <a:ea typeface="Alibaba PuHuiTi" pitchFamily="18" charset="-122"/>
                <a:cs typeface="Alibaba PuHuiTi" pitchFamily="18" charset="-122"/>
              </a:rPr>
              <a:t>请根据个人实际情况，替换对应文字内容和图片内容。</a:t>
            </a:r>
          </a:p>
        </p:txBody>
      </p:sp>
      <p:sp>
        <p:nvSpPr>
          <p:cNvPr id="5" name="椭圆 4">
            <a:extLst>
              <a:ext uri="{FF2B5EF4-FFF2-40B4-BE49-F238E27FC236}">
                <a16:creationId xmlns:a16="http://schemas.microsoft.com/office/drawing/2014/main" id="{1DBA1D85-C56A-94C4-608C-AD6CD3C5B8B9}"/>
              </a:ext>
            </a:extLst>
          </p:cNvPr>
          <p:cNvSpPr/>
          <p:nvPr/>
        </p:nvSpPr>
        <p:spPr>
          <a:xfrm>
            <a:off x="9180515" y="3555011"/>
            <a:ext cx="2574368" cy="2574368"/>
          </a:xfrm>
          <a:prstGeom prst="ellipse">
            <a:avLst/>
          </a:prstGeom>
          <a:blipFill>
            <a:blip r:embed="rId3" cstate="screen">
              <a:extLst>
                <a:ext uri="{28A0092B-C50C-407E-A947-70E740481C1C}">
                  <a14:useLocalDpi xmlns:a14="http://schemas.microsoft.com/office/drawing/2010/main"/>
                </a:ext>
              </a:extLst>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endParaRPr>
          </a:p>
        </p:txBody>
      </p:sp>
    </p:spTree>
    <p:extLst>
      <p:ext uri="{BB962C8B-B14F-4D97-AF65-F5344CB8AC3E}">
        <p14:creationId xmlns:p14="http://schemas.microsoft.com/office/powerpoint/2010/main" val="250073285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7BF2FF92-4459-EFC0-C5E8-DA9D31984024}"/>
              </a:ext>
            </a:extLst>
          </p:cNvPr>
          <p:cNvSpPr/>
          <p:nvPr/>
        </p:nvSpPr>
        <p:spPr>
          <a:xfrm>
            <a:off x="0" y="0"/>
            <a:ext cx="12192000" cy="5782235"/>
          </a:xfrm>
          <a:prstGeom prst="rect">
            <a:avLst/>
          </a:prstGeom>
          <a:gradFill>
            <a:gsLst>
              <a:gs pos="0">
                <a:schemeClr val="accent2"/>
              </a:gs>
              <a:gs pos="100000">
                <a:schemeClr val="accent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9" name="任意形状 18">
            <a:extLst>
              <a:ext uri="{FF2B5EF4-FFF2-40B4-BE49-F238E27FC236}">
                <a16:creationId xmlns:a16="http://schemas.microsoft.com/office/drawing/2014/main" id="{5D4C25FE-8595-DD3B-C9E9-79AE964D5B37}"/>
              </a:ext>
            </a:extLst>
          </p:cNvPr>
          <p:cNvSpPr/>
          <p:nvPr/>
        </p:nvSpPr>
        <p:spPr>
          <a:xfrm>
            <a:off x="-1" y="464820"/>
            <a:ext cx="11727179" cy="6393179"/>
          </a:xfrm>
          <a:custGeom>
            <a:avLst/>
            <a:gdLst>
              <a:gd name="connsiteX0" fmla="*/ 7019290 w 11727179"/>
              <a:gd name="connsiteY0" fmla="*/ 0 h 6393179"/>
              <a:gd name="connsiteX1" fmla="*/ 7019290 w 11727179"/>
              <a:gd name="connsiteY1" fmla="*/ 1303020 h 6393179"/>
              <a:gd name="connsiteX2" fmla="*/ 9503409 w 11727179"/>
              <a:gd name="connsiteY2" fmla="*/ 1303020 h 6393179"/>
              <a:gd name="connsiteX3" fmla="*/ 6513830 w 11727179"/>
              <a:gd name="connsiteY3" fmla="*/ 4291330 h 6393179"/>
              <a:gd name="connsiteX4" fmla="*/ 4109720 w 11727179"/>
              <a:gd name="connsiteY4" fmla="*/ 1885950 h 6393179"/>
              <a:gd name="connsiteX5" fmla="*/ 0 w 11727179"/>
              <a:gd name="connsiteY5" fmla="*/ 5995670 h 6393179"/>
              <a:gd name="connsiteX6" fmla="*/ 0 w 11727179"/>
              <a:gd name="connsiteY6" fmla="*/ 6393179 h 6393179"/>
              <a:gd name="connsiteX7" fmla="*/ 1445260 w 11727179"/>
              <a:gd name="connsiteY7" fmla="*/ 6393179 h 6393179"/>
              <a:gd name="connsiteX8" fmla="*/ 4109720 w 11727179"/>
              <a:gd name="connsiteY8" fmla="*/ 3728720 h 6393179"/>
              <a:gd name="connsiteX9" fmla="*/ 6513830 w 11727179"/>
              <a:gd name="connsiteY9" fmla="*/ 6134099 h 6393179"/>
              <a:gd name="connsiteX10" fmla="*/ 10424159 w 11727179"/>
              <a:gd name="connsiteY10" fmla="*/ 2223770 h 6393179"/>
              <a:gd name="connsiteX11" fmla="*/ 10424159 w 11727179"/>
              <a:gd name="connsiteY11" fmla="*/ 4707889 h 6393179"/>
              <a:gd name="connsiteX12" fmla="*/ 11727179 w 11727179"/>
              <a:gd name="connsiteY12" fmla="*/ 4707889 h 6393179"/>
              <a:gd name="connsiteX13" fmla="*/ 11727179 w 11727179"/>
              <a:gd name="connsiteY13" fmla="*/ 0 h 6393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27179" h="6393179">
                <a:moveTo>
                  <a:pt x="7019290" y="0"/>
                </a:moveTo>
                <a:lnTo>
                  <a:pt x="7019290" y="1303020"/>
                </a:lnTo>
                <a:lnTo>
                  <a:pt x="9503409" y="1303020"/>
                </a:lnTo>
                <a:lnTo>
                  <a:pt x="6513830" y="4291330"/>
                </a:lnTo>
                <a:lnTo>
                  <a:pt x="4109720" y="1885950"/>
                </a:lnTo>
                <a:lnTo>
                  <a:pt x="0" y="5995670"/>
                </a:lnTo>
                <a:lnTo>
                  <a:pt x="0" y="6393179"/>
                </a:lnTo>
                <a:lnTo>
                  <a:pt x="1445260" y="6393179"/>
                </a:lnTo>
                <a:lnTo>
                  <a:pt x="4109720" y="3728720"/>
                </a:lnTo>
                <a:lnTo>
                  <a:pt x="6513830" y="6134099"/>
                </a:lnTo>
                <a:lnTo>
                  <a:pt x="10424159" y="2223770"/>
                </a:lnTo>
                <a:lnTo>
                  <a:pt x="10424159" y="4707889"/>
                </a:lnTo>
                <a:lnTo>
                  <a:pt x="11727179" y="4707889"/>
                </a:lnTo>
                <a:lnTo>
                  <a:pt x="11727179" y="0"/>
                </a:lnTo>
                <a:close/>
              </a:path>
            </a:pathLst>
          </a:custGeom>
          <a:solidFill>
            <a:schemeClr val="bg1">
              <a:alpha val="10000"/>
            </a:schemeClr>
          </a:solidFill>
          <a:ln w="1269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0" name="任意形状 19">
            <a:extLst>
              <a:ext uri="{FF2B5EF4-FFF2-40B4-BE49-F238E27FC236}">
                <a16:creationId xmlns:a16="http://schemas.microsoft.com/office/drawing/2014/main" id="{E7E652B1-7DD6-4EFC-B06E-4B55FFD1061F}"/>
              </a:ext>
            </a:extLst>
          </p:cNvPr>
          <p:cNvSpPr/>
          <p:nvPr/>
        </p:nvSpPr>
        <p:spPr>
          <a:xfrm>
            <a:off x="11727178" y="1"/>
            <a:ext cx="464819" cy="464819"/>
          </a:xfrm>
          <a:custGeom>
            <a:avLst/>
            <a:gdLst>
              <a:gd name="connsiteX0" fmla="*/ 0 w 464819"/>
              <a:gd name="connsiteY0" fmla="*/ 0 h 464819"/>
              <a:gd name="connsiteX1" fmla="*/ 464820 w 464819"/>
              <a:gd name="connsiteY1" fmla="*/ 0 h 464819"/>
              <a:gd name="connsiteX2" fmla="*/ 464820 w 464819"/>
              <a:gd name="connsiteY2" fmla="*/ 464820 h 464819"/>
              <a:gd name="connsiteX3" fmla="*/ 0 w 464819"/>
              <a:gd name="connsiteY3" fmla="*/ 464820 h 464819"/>
            </a:gdLst>
            <a:ahLst/>
            <a:cxnLst>
              <a:cxn ang="0">
                <a:pos x="connsiteX0" y="connsiteY0"/>
              </a:cxn>
              <a:cxn ang="0">
                <a:pos x="connsiteX1" y="connsiteY1"/>
              </a:cxn>
              <a:cxn ang="0">
                <a:pos x="connsiteX2" y="connsiteY2"/>
              </a:cxn>
              <a:cxn ang="0">
                <a:pos x="connsiteX3" y="connsiteY3"/>
              </a:cxn>
            </a:cxnLst>
            <a:rect l="l" t="t" r="r" b="b"/>
            <a:pathLst>
              <a:path w="464819" h="464819">
                <a:moveTo>
                  <a:pt x="0" y="0"/>
                </a:moveTo>
                <a:lnTo>
                  <a:pt x="464820" y="0"/>
                </a:lnTo>
                <a:lnTo>
                  <a:pt x="464820" y="464820"/>
                </a:lnTo>
                <a:lnTo>
                  <a:pt x="0" y="464820"/>
                </a:lnTo>
                <a:close/>
              </a:path>
            </a:pathLst>
          </a:custGeom>
          <a:solidFill>
            <a:schemeClr val="bg1">
              <a:alpha val="10000"/>
            </a:schemeClr>
          </a:solidFill>
          <a:ln w="1269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8" name="TextBox 8">
            <a:extLst>
              <a:ext uri="{FF2B5EF4-FFF2-40B4-BE49-F238E27FC236}">
                <a16:creationId xmlns:a16="http://schemas.microsoft.com/office/drawing/2014/main" id="{C261E572-EF1C-A0CB-6460-FE4EDDE0C4F9}"/>
              </a:ext>
            </a:extLst>
          </p:cNvPr>
          <p:cNvSpPr txBox="1"/>
          <p:nvPr/>
        </p:nvSpPr>
        <p:spPr>
          <a:xfrm>
            <a:off x="882074" y="1012040"/>
            <a:ext cx="4282110" cy="784830"/>
          </a:xfrm>
          <a:prstGeom prst="rect">
            <a:avLst/>
          </a:prstGeom>
          <a:noFill/>
        </p:spPr>
        <p:txBody>
          <a:bodyPr wrap="square">
            <a:spAutoFit/>
          </a:bodyPr>
          <a:lstStyle/>
          <a:p>
            <a:r>
              <a:rPr lang="en-US" altLang="zh-CN" sz="4500" dirty="0">
                <a:solidFill>
                  <a:schemeClr val="bg1"/>
                </a:solidFill>
                <a:latin typeface="Alibaba PuHuiTi" pitchFamily="18" charset="-122"/>
                <a:ea typeface="Alibaba PuHuiTi" pitchFamily="18" charset="-122"/>
                <a:cs typeface="Alibaba PuHuiTi" pitchFamily="18" charset="-122"/>
              </a:rPr>
              <a:t>2025</a:t>
            </a:r>
            <a:r>
              <a:rPr lang="zh-CN" altLang="en-US" sz="4500" dirty="0">
                <a:solidFill>
                  <a:schemeClr val="bg1"/>
                </a:solidFill>
                <a:latin typeface="Alibaba PuHuiTi" pitchFamily="18" charset="-122"/>
                <a:ea typeface="Alibaba PuHuiTi" pitchFamily="18" charset="-122"/>
                <a:cs typeface="Alibaba PuHuiTi" pitchFamily="18" charset="-122"/>
              </a:rPr>
              <a:t>年度汇报</a:t>
            </a:r>
            <a:endParaRPr lang="en-US" sz="4500" dirty="0">
              <a:solidFill>
                <a:schemeClr val="bg1"/>
              </a:solidFill>
              <a:latin typeface="Alibaba PuHuiTi" pitchFamily="18" charset="-122"/>
              <a:ea typeface="Alibaba PuHuiTi" pitchFamily="18" charset="-122"/>
              <a:cs typeface="Alibaba PuHuiTi" pitchFamily="18" charset="-122"/>
            </a:endParaRPr>
          </a:p>
        </p:txBody>
      </p:sp>
      <p:sp>
        <p:nvSpPr>
          <p:cNvPr id="10" name="TextBox 42">
            <a:extLst>
              <a:ext uri="{FF2B5EF4-FFF2-40B4-BE49-F238E27FC236}">
                <a16:creationId xmlns:a16="http://schemas.microsoft.com/office/drawing/2014/main" id="{A40D314B-87BF-5C01-6122-DB5F1B5A05F1}"/>
              </a:ext>
            </a:extLst>
          </p:cNvPr>
          <p:cNvSpPr txBox="1"/>
          <p:nvPr/>
        </p:nvSpPr>
        <p:spPr>
          <a:xfrm>
            <a:off x="882073" y="2880796"/>
            <a:ext cx="8737056" cy="678199"/>
          </a:xfrm>
          <a:prstGeom prst="rect">
            <a:avLst/>
          </a:prstGeom>
          <a:noFill/>
        </p:spPr>
        <p:txBody>
          <a:bodyPr wrap="square">
            <a:spAutoFit/>
          </a:bodyPr>
          <a:lstStyle/>
          <a:p>
            <a:pPr algn="just">
              <a:lnSpc>
                <a:spcPct val="150000"/>
              </a:lnSpc>
            </a:pPr>
            <a:r>
              <a:rPr lang="en-ID" altLang="zh-CN" sz="2800" dirty="0">
                <a:solidFill>
                  <a:schemeClr val="bg1"/>
                </a:solidFill>
                <a:latin typeface="Alibaba PuHuiTi" pitchFamily="18" charset="-122"/>
                <a:ea typeface="Alibaba PuHuiTi" pitchFamily="18" charset="-122"/>
                <a:cs typeface="Alibaba PuHuiTi" pitchFamily="18" charset="-122"/>
              </a:rPr>
              <a:t>WORK REPORT </a:t>
            </a:r>
            <a:r>
              <a:rPr lang="en" altLang="zh-CN" sz="2800" dirty="0">
                <a:solidFill>
                  <a:schemeClr val="bg1"/>
                </a:solidFill>
                <a:latin typeface="Alibaba PuHuiTi" pitchFamily="18" charset="-122"/>
                <a:ea typeface="Alibaba PuHuiTi" pitchFamily="18" charset="-122"/>
                <a:cs typeface="Alibaba PuHuiTi" pitchFamily="18" charset="-122"/>
              </a:rPr>
              <a:t>POWERPOINT TEMPLATE</a:t>
            </a:r>
            <a:endParaRPr kumimoji="0" lang="zh-CN" altLang="en-US" sz="2800"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p:txBody>
      </p:sp>
      <p:sp>
        <p:nvSpPr>
          <p:cNvPr id="13" name="TextBox 8">
            <a:extLst>
              <a:ext uri="{FF2B5EF4-FFF2-40B4-BE49-F238E27FC236}">
                <a16:creationId xmlns:a16="http://schemas.microsoft.com/office/drawing/2014/main" id="{3E802994-6FD8-56B7-877D-D0DE7A16A2DF}"/>
              </a:ext>
            </a:extLst>
          </p:cNvPr>
          <p:cNvSpPr txBox="1"/>
          <p:nvPr/>
        </p:nvSpPr>
        <p:spPr>
          <a:xfrm>
            <a:off x="882073" y="1836793"/>
            <a:ext cx="8172280" cy="1107996"/>
          </a:xfrm>
          <a:prstGeom prst="rect">
            <a:avLst/>
          </a:prstGeom>
          <a:noFill/>
        </p:spPr>
        <p:txBody>
          <a:bodyPr wrap="square">
            <a:spAutoFit/>
          </a:bodyPr>
          <a:lstStyle/>
          <a:p>
            <a:r>
              <a:rPr lang="zh-CN" altLang="en-US" sz="6600" b="1" dirty="0">
                <a:solidFill>
                  <a:schemeClr val="bg1"/>
                </a:solidFill>
                <a:latin typeface="Alibaba PuHuiTi" pitchFamily="18" charset="-122"/>
                <a:ea typeface="Alibaba PuHuiTi" pitchFamily="18" charset="-122"/>
                <a:cs typeface="Alibaba PuHuiTi" pitchFamily="18" charset="-122"/>
              </a:rPr>
              <a:t>序小言工作述职报告</a:t>
            </a:r>
            <a:endParaRPr lang="en-US" sz="6600" b="1" dirty="0">
              <a:solidFill>
                <a:schemeClr val="bg1"/>
              </a:solidFill>
              <a:latin typeface="Alibaba PuHuiTi" pitchFamily="18" charset="-122"/>
              <a:ea typeface="Alibaba PuHuiTi" pitchFamily="18" charset="-122"/>
              <a:cs typeface="Alibaba PuHuiTi" pitchFamily="18" charset="-122"/>
            </a:endParaRPr>
          </a:p>
        </p:txBody>
      </p:sp>
      <p:sp>
        <p:nvSpPr>
          <p:cNvPr id="21" name="圆角矩形 20">
            <a:extLst>
              <a:ext uri="{FF2B5EF4-FFF2-40B4-BE49-F238E27FC236}">
                <a16:creationId xmlns:a16="http://schemas.microsoft.com/office/drawing/2014/main" id="{40971F8A-FB09-7128-677D-F037EEA001CD}"/>
              </a:ext>
            </a:extLst>
          </p:cNvPr>
          <p:cNvSpPr/>
          <p:nvPr/>
        </p:nvSpPr>
        <p:spPr>
          <a:xfrm>
            <a:off x="0" y="5782235"/>
            <a:ext cx="12191997" cy="1075764"/>
          </a:xfrm>
          <a:prstGeom prst="roundRect">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grpSp>
        <p:nvGrpSpPr>
          <p:cNvPr id="35" name="组合 34">
            <a:extLst>
              <a:ext uri="{FF2B5EF4-FFF2-40B4-BE49-F238E27FC236}">
                <a16:creationId xmlns:a16="http://schemas.microsoft.com/office/drawing/2014/main" id="{76CC18F2-CB1F-8E8A-007A-3E036D9B1A51}"/>
              </a:ext>
            </a:extLst>
          </p:cNvPr>
          <p:cNvGrpSpPr/>
          <p:nvPr/>
        </p:nvGrpSpPr>
        <p:grpSpPr>
          <a:xfrm>
            <a:off x="882073" y="6059358"/>
            <a:ext cx="2422888" cy="481263"/>
            <a:chOff x="960621" y="6059358"/>
            <a:chExt cx="2422888" cy="481263"/>
          </a:xfrm>
        </p:grpSpPr>
        <p:grpSp>
          <p:nvGrpSpPr>
            <p:cNvPr id="22" name="Google Shape;9134;p76">
              <a:extLst>
                <a:ext uri="{FF2B5EF4-FFF2-40B4-BE49-F238E27FC236}">
                  <a16:creationId xmlns:a16="http://schemas.microsoft.com/office/drawing/2014/main" id="{299BEA26-4F12-8DB6-360F-2BEBF2A115D3}"/>
                </a:ext>
              </a:extLst>
            </p:cNvPr>
            <p:cNvGrpSpPr/>
            <p:nvPr/>
          </p:nvGrpSpPr>
          <p:grpSpPr>
            <a:xfrm>
              <a:off x="1053356" y="6144613"/>
              <a:ext cx="295793" cy="295763"/>
              <a:chOff x="893650" y="1428000"/>
              <a:chExt cx="483200" cy="483150"/>
            </a:xfrm>
            <a:solidFill>
              <a:schemeClr val="accent1"/>
            </a:solidFill>
          </p:grpSpPr>
          <p:sp>
            <p:nvSpPr>
              <p:cNvPr id="23" name="Google Shape;9135;p76">
                <a:extLst>
                  <a:ext uri="{FF2B5EF4-FFF2-40B4-BE49-F238E27FC236}">
                    <a16:creationId xmlns:a16="http://schemas.microsoft.com/office/drawing/2014/main" id="{DF4C26E7-5AF0-D9CA-FBC2-A19910CA1191}"/>
                  </a:ext>
                </a:extLst>
              </p:cNvPr>
              <p:cNvSpPr/>
              <p:nvPr/>
            </p:nvSpPr>
            <p:spPr>
              <a:xfrm>
                <a:off x="893650" y="1428000"/>
                <a:ext cx="483200" cy="483150"/>
              </a:xfrm>
              <a:custGeom>
                <a:avLst/>
                <a:gdLst/>
                <a:ahLst/>
                <a:cxnLst/>
                <a:rect l="l" t="t" r="r" b="b"/>
                <a:pathLst>
                  <a:path w="19328" h="19326" extrusionOk="0">
                    <a:moveTo>
                      <a:pt x="3436" y="6012"/>
                    </a:moveTo>
                    <a:lnTo>
                      <a:pt x="3436" y="8869"/>
                    </a:lnTo>
                    <a:lnTo>
                      <a:pt x="1516" y="7435"/>
                    </a:lnTo>
                    <a:lnTo>
                      <a:pt x="3436" y="6012"/>
                    </a:lnTo>
                    <a:close/>
                    <a:moveTo>
                      <a:pt x="15892" y="6012"/>
                    </a:moveTo>
                    <a:lnTo>
                      <a:pt x="17812" y="7438"/>
                    </a:lnTo>
                    <a:lnTo>
                      <a:pt x="15892" y="8869"/>
                    </a:lnTo>
                    <a:lnTo>
                      <a:pt x="15892" y="6012"/>
                    </a:lnTo>
                    <a:close/>
                    <a:moveTo>
                      <a:pt x="14759" y="1133"/>
                    </a:moveTo>
                    <a:lnTo>
                      <a:pt x="14759" y="9717"/>
                    </a:lnTo>
                    <a:lnTo>
                      <a:pt x="9665" y="13522"/>
                    </a:lnTo>
                    <a:lnTo>
                      <a:pt x="4569" y="9717"/>
                    </a:lnTo>
                    <a:lnTo>
                      <a:pt x="4569" y="1133"/>
                    </a:lnTo>
                    <a:close/>
                    <a:moveTo>
                      <a:pt x="18195" y="8564"/>
                    </a:moveTo>
                    <a:lnTo>
                      <a:pt x="18195" y="17625"/>
                    </a:lnTo>
                    <a:cubicBezTo>
                      <a:pt x="18195" y="17939"/>
                      <a:pt x="17942" y="18193"/>
                      <a:pt x="17628" y="18193"/>
                    </a:cubicBezTo>
                    <a:lnTo>
                      <a:pt x="1700" y="18193"/>
                    </a:lnTo>
                    <a:cubicBezTo>
                      <a:pt x="1386" y="18193"/>
                      <a:pt x="1136" y="17939"/>
                      <a:pt x="1136" y="17625"/>
                    </a:cubicBezTo>
                    <a:lnTo>
                      <a:pt x="1136" y="8564"/>
                    </a:lnTo>
                    <a:lnTo>
                      <a:pt x="9324" y="14681"/>
                    </a:lnTo>
                    <a:cubicBezTo>
                      <a:pt x="9425" y="14757"/>
                      <a:pt x="9545" y="14794"/>
                      <a:pt x="9664" y="14794"/>
                    </a:cubicBezTo>
                    <a:cubicBezTo>
                      <a:pt x="9783" y="14794"/>
                      <a:pt x="9903" y="14757"/>
                      <a:pt x="10004" y="14681"/>
                    </a:cubicBezTo>
                    <a:lnTo>
                      <a:pt x="18195" y="8564"/>
                    </a:lnTo>
                    <a:close/>
                    <a:moveTo>
                      <a:pt x="4004" y="1"/>
                    </a:moveTo>
                    <a:cubicBezTo>
                      <a:pt x="3690" y="1"/>
                      <a:pt x="3436" y="251"/>
                      <a:pt x="3436" y="565"/>
                    </a:cubicBezTo>
                    <a:lnTo>
                      <a:pt x="3436" y="4605"/>
                    </a:lnTo>
                    <a:lnTo>
                      <a:pt x="230" y="6982"/>
                    </a:lnTo>
                    <a:lnTo>
                      <a:pt x="221" y="6991"/>
                    </a:lnTo>
                    <a:cubicBezTo>
                      <a:pt x="212" y="6997"/>
                      <a:pt x="200" y="7006"/>
                      <a:pt x="190" y="7015"/>
                    </a:cubicBezTo>
                    <a:lnTo>
                      <a:pt x="175" y="7030"/>
                    </a:lnTo>
                    <a:cubicBezTo>
                      <a:pt x="163" y="7042"/>
                      <a:pt x="151" y="7051"/>
                      <a:pt x="142" y="7063"/>
                    </a:cubicBezTo>
                    <a:cubicBezTo>
                      <a:pt x="139" y="7069"/>
                      <a:pt x="136" y="7072"/>
                      <a:pt x="133" y="7075"/>
                    </a:cubicBezTo>
                    <a:cubicBezTo>
                      <a:pt x="121" y="7090"/>
                      <a:pt x="106" y="7105"/>
                      <a:pt x="94" y="7124"/>
                    </a:cubicBezTo>
                    <a:cubicBezTo>
                      <a:pt x="94" y="7127"/>
                      <a:pt x="91" y="7130"/>
                      <a:pt x="88" y="7133"/>
                    </a:cubicBezTo>
                    <a:cubicBezTo>
                      <a:pt x="82" y="7148"/>
                      <a:pt x="73" y="7163"/>
                      <a:pt x="64" y="7178"/>
                    </a:cubicBezTo>
                    <a:cubicBezTo>
                      <a:pt x="61" y="7181"/>
                      <a:pt x="58" y="7187"/>
                      <a:pt x="58" y="7193"/>
                    </a:cubicBezTo>
                    <a:cubicBezTo>
                      <a:pt x="52" y="7205"/>
                      <a:pt x="46" y="7220"/>
                      <a:pt x="39" y="7232"/>
                    </a:cubicBezTo>
                    <a:lnTo>
                      <a:pt x="33" y="7250"/>
                    </a:lnTo>
                    <a:cubicBezTo>
                      <a:pt x="27" y="7265"/>
                      <a:pt x="24" y="7278"/>
                      <a:pt x="18" y="7293"/>
                    </a:cubicBezTo>
                    <a:cubicBezTo>
                      <a:pt x="18" y="7299"/>
                      <a:pt x="15" y="7305"/>
                      <a:pt x="15" y="7311"/>
                    </a:cubicBezTo>
                    <a:cubicBezTo>
                      <a:pt x="12" y="7326"/>
                      <a:pt x="9" y="7341"/>
                      <a:pt x="6" y="7356"/>
                    </a:cubicBezTo>
                    <a:cubicBezTo>
                      <a:pt x="6" y="7362"/>
                      <a:pt x="6" y="7368"/>
                      <a:pt x="3" y="7374"/>
                    </a:cubicBezTo>
                    <a:cubicBezTo>
                      <a:pt x="3" y="7392"/>
                      <a:pt x="0" y="7410"/>
                      <a:pt x="0" y="7432"/>
                    </a:cubicBezTo>
                    <a:lnTo>
                      <a:pt x="0" y="7435"/>
                    </a:lnTo>
                    <a:lnTo>
                      <a:pt x="3" y="7435"/>
                    </a:lnTo>
                    <a:lnTo>
                      <a:pt x="3" y="17625"/>
                    </a:lnTo>
                    <a:cubicBezTo>
                      <a:pt x="3" y="18564"/>
                      <a:pt x="761" y="19325"/>
                      <a:pt x="1700" y="19325"/>
                    </a:cubicBezTo>
                    <a:lnTo>
                      <a:pt x="17628" y="19325"/>
                    </a:lnTo>
                    <a:cubicBezTo>
                      <a:pt x="18567" y="19325"/>
                      <a:pt x="19325" y="18564"/>
                      <a:pt x="19328" y="17625"/>
                    </a:cubicBezTo>
                    <a:lnTo>
                      <a:pt x="19328" y="7435"/>
                    </a:lnTo>
                    <a:lnTo>
                      <a:pt x="19328" y="7428"/>
                    </a:lnTo>
                    <a:cubicBezTo>
                      <a:pt x="19328" y="7410"/>
                      <a:pt x="19325" y="7389"/>
                      <a:pt x="19322" y="7371"/>
                    </a:cubicBezTo>
                    <a:cubicBezTo>
                      <a:pt x="19322" y="7365"/>
                      <a:pt x="19322" y="7359"/>
                      <a:pt x="19319" y="7353"/>
                    </a:cubicBezTo>
                    <a:cubicBezTo>
                      <a:pt x="19319" y="7338"/>
                      <a:pt x="19316" y="7323"/>
                      <a:pt x="19313" y="7308"/>
                    </a:cubicBezTo>
                    <a:cubicBezTo>
                      <a:pt x="19313" y="7302"/>
                      <a:pt x="19310" y="7296"/>
                      <a:pt x="19307" y="7290"/>
                    </a:cubicBezTo>
                    <a:cubicBezTo>
                      <a:pt x="19304" y="7278"/>
                      <a:pt x="19301" y="7262"/>
                      <a:pt x="19294" y="7247"/>
                    </a:cubicBezTo>
                    <a:lnTo>
                      <a:pt x="19288" y="7232"/>
                    </a:lnTo>
                    <a:cubicBezTo>
                      <a:pt x="19282" y="7217"/>
                      <a:pt x="19276" y="7205"/>
                      <a:pt x="19270" y="7190"/>
                    </a:cubicBezTo>
                    <a:cubicBezTo>
                      <a:pt x="19267" y="7184"/>
                      <a:pt x="19264" y="7181"/>
                      <a:pt x="19264" y="7175"/>
                    </a:cubicBezTo>
                    <a:cubicBezTo>
                      <a:pt x="19255" y="7160"/>
                      <a:pt x="19246" y="7145"/>
                      <a:pt x="19237" y="7133"/>
                    </a:cubicBezTo>
                    <a:cubicBezTo>
                      <a:pt x="19237" y="7130"/>
                      <a:pt x="19234" y="7124"/>
                      <a:pt x="19231" y="7120"/>
                    </a:cubicBezTo>
                    <a:cubicBezTo>
                      <a:pt x="19219" y="7105"/>
                      <a:pt x="19207" y="7087"/>
                      <a:pt x="19195" y="7072"/>
                    </a:cubicBezTo>
                    <a:cubicBezTo>
                      <a:pt x="19192" y="7069"/>
                      <a:pt x="19189" y="7066"/>
                      <a:pt x="19186" y="7063"/>
                    </a:cubicBezTo>
                    <a:cubicBezTo>
                      <a:pt x="19174" y="7051"/>
                      <a:pt x="19165" y="7039"/>
                      <a:pt x="19153" y="7027"/>
                    </a:cubicBezTo>
                    <a:lnTo>
                      <a:pt x="19137" y="7015"/>
                    </a:lnTo>
                    <a:cubicBezTo>
                      <a:pt x="19125" y="7006"/>
                      <a:pt x="19116" y="6997"/>
                      <a:pt x="19104" y="6988"/>
                    </a:cubicBezTo>
                    <a:lnTo>
                      <a:pt x="19095" y="6979"/>
                    </a:lnTo>
                    <a:lnTo>
                      <a:pt x="15892" y="4605"/>
                    </a:lnTo>
                    <a:lnTo>
                      <a:pt x="15892" y="565"/>
                    </a:lnTo>
                    <a:cubicBezTo>
                      <a:pt x="15892" y="251"/>
                      <a:pt x="15638" y="1"/>
                      <a:pt x="1532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libaba PuHuiTi" pitchFamily="18" charset="-122"/>
                  <a:ea typeface="Alibaba PuHuiTi" pitchFamily="18" charset="-122"/>
                  <a:cs typeface="Alibaba PuHuiTi" pitchFamily="18" charset="-122"/>
                </a:endParaRPr>
              </a:p>
            </p:txBody>
          </p:sp>
          <p:sp>
            <p:nvSpPr>
              <p:cNvPr id="24" name="Google Shape;9136;p76">
                <a:extLst>
                  <a:ext uri="{FF2B5EF4-FFF2-40B4-BE49-F238E27FC236}">
                    <a16:creationId xmlns:a16="http://schemas.microsoft.com/office/drawing/2014/main" id="{093570F8-1CF6-41E8-F4FD-541B5FA6A856}"/>
                  </a:ext>
                </a:extLst>
              </p:cNvPr>
              <p:cNvSpPr/>
              <p:nvPr/>
            </p:nvSpPr>
            <p:spPr>
              <a:xfrm>
                <a:off x="1036150" y="1514825"/>
                <a:ext cx="198175" cy="28325"/>
              </a:xfrm>
              <a:custGeom>
                <a:avLst/>
                <a:gdLst/>
                <a:ahLst/>
                <a:cxnLst/>
                <a:rect l="l" t="t" r="r" b="b"/>
                <a:pathLst>
                  <a:path w="7927" h="1133" extrusionOk="0">
                    <a:moveTo>
                      <a:pt x="569" y="0"/>
                    </a:moveTo>
                    <a:cubicBezTo>
                      <a:pt x="255" y="0"/>
                      <a:pt x="1" y="251"/>
                      <a:pt x="1" y="565"/>
                    </a:cubicBezTo>
                    <a:cubicBezTo>
                      <a:pt x="1" y="879"/>
                      <a:pt x="255" y="1132"/>
                      <a:pt x="569" y="1132"/>
                    </a:cubicBezTo>
                    <a:lnTo>
                      <a:pt x="7362" y="1132"/>
                    </a:lnTo>
                    <a:cubicBezTo>
                      <a:pt x="7673" y="1132"/>
                      <a:pt x="7927" y="879"/>
                      <a:pt x="7927" y="565"/>
                    </a:cubicBezTo>
                    <a:cubicBezTo>
                      <a:pt x="7927" y="251"/>
                      <a:pt x="7673" y="0"/>
                      <a:pt x="736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libaba PuHuiTi" pitchFamily="18" charset="-122"/>
                  <a:ea typeface="Alibaba PuHuiTi" pitchFamily="18" charset="-122"/>
                  <a:cs typeface="Alibaba PuHuiTi" pitchFamily="18" charset="-122"/>
                </a:endParaRPr>
              </a:p>
            </p:txBody>
          </p:sp>
          <p:sp>
            <p:nvSpPr>
              <p:cNvPr id="25" name="Google Shape;9137;p76">
                <a:extLst>
                  <a:ext uri="{FF2B5EF4-FFF2-40B4-BE49-F238E27FC236}">
                    <a16:creationId xmlns:a16="http://schemas.microsoft.com/office/drawing/2014/main" id="{0A1B1315-3A45-C514-C76C-4BA133CDEE83}"/>
                  </a:ext>
                </a:extLst>
              </p:cNvPr>
              <p:cNvSpPr/>
              <p:nvPr/>
            </p:nvSpPr>
            <p:spPr>
              <a:xfrm>
                <a:off x="1036150" y="1571425"/>
                <a:ext cx="198175" cy="28325"/>
              </a:xfrm>
              <a:custGeom>
                <a:avLst/>
                <a:gdLst/>
                <a:ahLst/>
                <a:cxnLst/>
                <a:rect l="l" t="t" r="r" b="b"/>
                <a:pathLst>
                  <a:path w="7927" h="1133" extrusionOk="0">
                    <a:moveTo>
                      <a:pt x="569" y="1"/>
                    </a:moveTo>
                    <a:cubicBezTo>
                      <a:pt x="255" y="1"/>
                      <a:pt x="1" y="251"/>
                      <a:pt x="1" y="565"/>
                    </a:cubicBezTo>
                    <a:cubicBezTo>
                      <a:pt x="1" y="879"/>
                      <a:pt x="255" y="1133"/>
                      <a:pt x="569" y="1133"/>
                    </a:cubicBezTo>
                    <a:lnTo>
                      <a:pt x="7362" y="1133"/>
                    </a:lnTo>
                    <a:cubicBezTo>
                      <a:pt x="7673" y="1133"/>
                      <a:pt x="7927" y="879"/>
                      <a:pt x="7927" y="565"/>
                    </a:cubicBezTo>
                    <a:cubicBezTo>
                      <a:pt x="7927" y="251"/>
                      <a:pt x="7673" y="1"/>
                      <a:pt x="73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libaba PuHuiTi" pitchFamily="18" charset="-122"/>
                  <a:ea typeface="Alibaba PuHuiTi" pitchFamily="18" charset="-122"/>
                  <a:cs typeface="Alibaba PuHuiTi" pitchFamily="18" charset="-122"/>
                </a:endParaRPr>
              </a:p>
            </p:txBody>
          </p:sp>
          <p:sp>
            <p:nvSpPr>
              <p:cNvPr id="26" name="Google Shape;9138;p76">
                <a:extLst>
                  <a:ext uri="{FF2B5EF4-FFF2-40B4-BE49-F238E27FC236}">
                    <a16:creationId xmlns:a16="http://schemas.microsoft.com/office/drawing/2014/main" id="{A9266717-8CA2-F6E2-0F99-E240630FD317}"/>
                  </a:ext>
                </a:extLst>
              </p:cNvPr>
              <p:cNvSpPr/>
              <p:nvPr/>
            </p:nvSpPr>
            <p:spPr>
              <a:xfrm>
                <a:off x="1036150" y="1628050"/>
                <a:ext cx="113275" cy="28325"/>
              </a:xfrm>
              <a:custGeom>
                <a:avLst/>
                <a:gdLst/>
                <a:ahLst/>
                <a:cxnLst/>
                <a:rect l="l" t="t" r="r" b="b"/>
                <a:pathLst>
                  <a:path w="4531" h="1133" extrusionOk="0">
                    <a:moveTo>
                      <a:pt x="569" y="0"/>
                    </a:moveTo>
                    <a:cubicBezTo>
                      <a:pt x="255" y="0"/>
                      <a:pt x="1" y="251"/>
                      <a:pt x="1" y="565"/>
                    </a:cubicBezTo>
                    <a:cubicBezTo>
                      <a:pt x="1" y="879"/>
                      <a:pt x="255" y="1132"/>
                      <a:pt x="569" y="1132"/>
                    </a:cubicBezTo>
                    <a:lnTo>
                      <a:pt x="3965" y="1132"/>
                    </a:lnTo>
                    <a:cubicBezTo>
                      <a:pt x="4276" y="1132"/>
                      <a:pt x="4530" y="879"/>
                      <a:pt x="4530" y="565"/>
                    </a:cubicBezTo>
                    <a:cubicBezTo>
                      <a:pt x="4530" y="251"/>
                      <a:pt x="4276" y="0"/>
                      <a:pt x="39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libaba PuHuiTi" pitchFamily="18" charset="-122"/>
                  <a:ea typeface="Alibaba PuHuiTi" pitchFamily="18" charset="-122"/>
                  <a:cs typeface="Alibaba PuHuiTi" pitchFamily="18" charset="-122"/>
                </a:endParaRPr>
              </a:p>
            </p:txBody>
          </p:sp>
        </p:grpSp>
        <p:sp>
          <p:nvSpPr>
            <p:cNvPr id="28" name="小李PPT15">
              <a:extLst>
                <a:ext uri="{FF2B5EF4-FFF2-40B4-BE49-F238E27FC236}">
                  <a16:creationId xmlns:a16="http://schemas.microsoft.com/office/drawing/2014/main" id="{3F071300-8F15-DBF3-1F68-1F50824611E4}"/>
                </a:ext>
              </a:extLst>
            </p:cNvPr>
            <p:cNvSpPr txBox="1"/>
            <p:nvPr/>
          </p:nvSpPr>
          <p:spPr>
            <a:xfrm>
              <a:off x="1446760" y="6155013"/>
              <a:ext cx="1936749" cy="307777"/>
            </a:xfrm>
            <a:prstGeom prst="rect">
              <a:avLst/>
            </a:prstGeom>
            <a:noFill/>
            <a:ln>
              <a:noFill/>
            </a:ln>
          </p:spPr>
          <p:txBody>
            <a:bodyPr wrap="none" rtlCol="0">
              <a:spAutoFit/>
            </a:bodyPr>
            <a:lstStyle/>
            <a:p>
              <a:pPr>
                <a:defRPr/>
              </a:pPr>
              <a:r>
                <a:rPr lang="en-US" altLang="zh-CN" sz="1400" dirty="0">
                  <a:solidFill>
                    <a:schemeClr val="accent1"/>
                  </a:solidFill>
                  <a:latin typeface="Alibaba PuHuiTi" pitchFamily="18" charset="-122"/>
                  <a:ea typeface="Alibaba PuHuiTi" pitchFamily="18" charset="-122"/>
                  <a:cs typeface="Alibaba PuHuiTi" pitchFamily="18" charset="-122"/>
                </a:rPr>
                <a:t>8888-8888@xxx.com</a:t>
              </a:r>
            </a:p>
          </p:txBody>
        </p:sp>
        <p:sp>
          <p:nvSpPr>
            <p:cNvPr id="30" name="椭圆 29">
              <a:extLst>
                <a:ext uri="{FF2B5EF4-FFF2-40B4-BE49-F238E27FC236}">
                  <a16:creationId xmlns:a16="http://schemas.microsoft.com/office/drawing/2014/main" id="{5DD2A3B0-80CB-32B8-2B9F-BAE70FE06CA9}"/>
                </a:ext>
              </a:extLst>
            </p:cNvPr>
            <p:cNvSpPr/>
            <p:nvPr/>
          </p:nvSpPr>
          <p:spPr>
            <a:xfrm>
              <a:off x="960621" y="6059358"/>
              <a:ext cx="481263" cy="481263"/>
            </a:xfrm>
            <a:prstGeom prst="ellipse">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grpSp>
      <p:grpSp>
        <p:nvGrpSpPr>
          <p:cNvPr id="36" name="组合 35">
            <a:extLst>
              <a:ext uri="{FF2B5EF4-FFF2-40B4-BE49-F238E27FC236}">
                <a16:creationId xmlns:a16="http://schemas.microsoft.com/office/drawing/2014/main" id="{DC4B28D1-4F2A-036C-1D20-C4368B4CBBC1}"/>
              </a:ext>
            </a:extLst>
          </p:cNvPr>
          <p:cNvGrpSpPr/>
          <p:nvPr/>
        </p:nvGrpSpPr>
        <p:grpSpPr>
          <a:xfrm>
            <a:off x="3744837" y="6059358"/>
            <a:ext cx="1755231" cy="481263"/>
            <a:chOff x="3641944" y="6059358"/>
            <a:chExt cx="1755231" cy="481263"/>
          </a:xfrm>
        </p:grpSpPr>
        <p:sp>
          <p:nvSpPr>
            <p:cNvPr id="27" name="Google Shape;9220;p76">
              <a:extLst>
                <a:ext uri="{FF2B5EF4-FFF2-40B4-BE49-F238E27FC236}">
                  <a16:creationId xmlns:a16="http://schemas.microsoft.com/office/drawing/2014/main" id="{1DDF6CE6-D279-D453-7A4B-362EF22A9CA6}"/>
                </a:ext>
              </a:extLst>
            </p:cNvPr>
            <p:cNvSpPr/>
            <p:nvPr/>
          </p:nvSpPr>
          <p:spPr>
            <a:xfrm>
              <a:off x="3782896" y="6152108"/>
              <a:ext cx="242612" cy="295763"/>
            </a:xfrm>
            <a:custGeom>
              <a:avLst/>
              <a:gdLst/>
              <a:ahLst/>
              <a:cxnLst/>
              <a:rect l="l" t="t" r="r" b="b"/>
              <a:pathLst>
                <a:path w="15853" h="19326" extrusionOk="0">
                  <a:moveTo>
                    <a:pt x="9627" y="1133"/>
                  </a:moveTo>
                  <a:cubicBezTo>
                    <a:pt x="9938" y="1133"/>
                    <a:pt x="10191" y="1387"/>
                    <a:pt x="10191" y="1701"/>
                  </a:cubicBezTo>
                  <a:lnTo>
                    <a:pt x="10191" y="2265"/>
                  </a:lnTo>
                  <a:lnTo>
                    <a:pt x="1133" y="2265"/>
                  </a:lnTo>
                  <a:lnTo>
                    <a:pt x="1133" y="1701"/>
                  </a:lnTo>
                  <a:cubicBezTo>
                    <a:pt x="1133" y="1387"/>
                    <a:pt x="1387" y="1133"/>
                    <a:pt x="1701" y="1133"/>
                  </a:cubicBezTo>
                  <a:close/>
                  <a:moveTo>
                    <a:pt x="10191" y="3398"/>
                  </a:moveTo>
                  <a:lnTo>
                    <a:pt x="10191" y="8063"/>
                  </a:lnTo>
                  <a:cubicBezTo>
                    <a:pt x="10009" y="7998"/>
                    <a:pt x="9817" y="7965"/>
                    <a:pt x="9625" y="7965"/>
                  </a:cubicBezTo>
                  <a:cubicBezTo>
                    <a:pt x="9434" y="7965"/>
                    <a:pt x="9242" y="7998"/>
                    <a:pt x="9059" y="8063"/>
                  </a:cubicBezTo>
                  <a:lnTo>
                    <a:pt x="9059" y="6230"/>
                  </a:lnTo>
                  <a:cubicBezTo>
                    <a:pt x="9059" y="5291"/>
                    <a:pt x="8298" y="4530"/>
                    <a:pt x="7362" y="4530"/>
                  </a:cubicBezTo>
                  <a:cubicBezTo>
                    <a:pt x="6423" y="4530"/>
                    <a:pt x="5662" y="5291"/>
                    <a:pt x="5662" y="6230"/>
                  </a:cubicBezTo>
                  <a:lnTo>
                    <a:pt x="5662" y="10285"/>
                  </a:lnTo>
                  <a:cubicBezTo>
                    <a:pt x="4346" y="10557"/>
                    <a:pt x="3401" y="11716"/>
                    <a:pt x="3398" y="13060"/>
                  </a:cubicBezTo>
                  <a:lnTo>
                    <a:pt x="3398" y="14231"/>
                  </a:lnTo>
                  <a:cubicBezTo>
                    <a:pt x="3398" y="14419"/>
                    <a:pt x="3404" y="14609"/>
                    <a:pt x="3413" y="14796"/>
                  </a:cubicBezTo>
                  <a:lnTo>
                    <a:pt x="1133" y="14796"/>
                  </a:lnTo>
                  <a:lnTo>
                    <a:pt x="1133" y="3398"/>
                  </a:lnTo>
                  <a:close/>
                  <a:moveTo>
                    <a:pt x="3543" y="15928"/>
                  </a:moveTo>
                  <a:cubicBezTo>
                    <a:pt x="3606" y="16312"/>
                    <a:pt x="3694" y="16689"/>
                    <a:pt x="3802" y="17061"/>
                  </a:cubicBezTo>
                  <a:lnTo>
                    <a:pt x="1701" y="17061"/>
                  </a:lnTo>
                  <a:cubicBezTo>
                    <a:pt x="1387" y="17061"/>
                    <a:pt x="1133" y="16807"/>
                    <a:pt x="1133" y="16496"/>
                  </a:cubicBezTo>
                  <a:lnTo>
                    <a:pt x="1133" y="15928"/>
                  </a:lnTo>
                  <a:close/>
                  <a:moveTo>
                    <a:pt x="7362" y="5662"/>
                  </a:moveTo>
                  <a:cubicBezTo>
                    <a:pt x="7673" y="5662"/>
                    <a:pt x="7927" y="5916"/>
                    <a:pt x="7927" y="6230"/>
                  </a:cubicBezTo>
                  <a:lnTo>
                    <a:pt x="7927" y="11928"/>
                  </a:lnTo>
                  <a:cubicBezTo>
                    <a:pt x="7927" y="12242"/>
                    <a:pt x="8181" y="12492"/>
                    <a:pt x="8495" y="12492"/>
                  </a:cubicBezTo>
                  <a:cubicBezTo>
                    <a:pt x="8806" y="12492"/>
                    <a:pt x="9059" y="12242"/>
                    <a:pt x="9059" y="11928"/>
                  </a:cubicBezTo>
                  <a:lnTo>
                    <a:pt x="9059" y="9663"/>
                  </a:lnTo>
                  <a:cubicBezTo>
                    <a:pt x="9059" y="9349"/>
                    <a:pt x="9313" y="9098"/>
                    <a:pt x="9627" y="9098"/>
                  </a:cubicBezTo>
                  <a:cubicBezTo>
                    <a:pt x="9938" y="9098"/>
                    <a:pt x="10191" y="9349"/>
                    <a:pt x="10191" y="9663"/>
                  </a:cubicBezTo>
                  <a:lnTo>
                    <a:pt x="10191" y="11928"/>
                  </a:lnTo>
                  <a:cubicBezTo>
                    <a:pt x="10191" y="12242"/>
                    <a:pt x="10445" y="12492"/>
                    <a:pt x="10759" y="12492"/>
                  </a:cubicBezTo>
                  <a:cubicBezTo>
                    <a:pt x="11070" y="12492"/>
                    <a:pt x="11324" y="12242"/>
                    <a:pt x="11324" y="11928"/>
                  </a:cubicBezTo>
                  <a:lnTo>
                    <a:pt x="11324" y="10795"/>
                  </a:lnTo>
                  <a:cubicBezTo>
                    <a:pt x="11324" y="10481"/>
                    <a:pt x="11577" y="10231"/>
                    <a:pt x="11891" y="10231"/>
                  </a:cubicBezTo>
                  <a:cubicBezTo>
                    <a:pt x="12202" y="10231"/>
                    <a:pt x="12456" y="10481"/>
                    <a:pt x="12456" y="10795"/>
                  </a:cubicBezTo>
                  <a:lnTo>
                    <a:pt x="12456" y="13060"/>
                  </a:lnTo>
                  <a:cubicBezTo>
                    <a:pt x="12456" y="13374"/>
                    <a:pt x="12710" y="13625"/>
                    <a:pt x="13024" y="13625"/>
                  </a:cubicBezTo>
                  <a:cubicBezTo>
                    <a:pt x="13335" y="13625"/>
                    <a:pt x="13588" y="13374"/>
                    <a:pt x="13588" y="13060"/>
                  </a:cubicBezTo>
                  <a:lnTo>
                    <a:pt x="13588" y="11928"/>
                  </a:lnTo>
                  <a:cubicBezTo>
                    <a:pt x="13588" y="11614"/>
                    <a:pt x="13842" y="11363"/>
                    <a:pt x="14156" y="11363"/>
                  </a:cubicBezTo>
                  <a:cubicBezTo>
                    <a:pt x="14467" y="11363"/>
                    <a:pt x="14721" y="11614"/>
                    <a:pt x="14721" y="11928"/>
                  </a:cubicBezTo>
                  <a:lnTo>
                    <a:pt x="14721" y="14231"/>
                  </a:lnTo>
                  <a:cubicBezTo>
                    <a:pt x="14718" y="15602"/>
                    <a:pt x="14407" y="16958"/>
                    <a:pt x="13806" y="18193"/>
                  </a:cubicBezTo>
                  <a:lnTo>
                    <a:pt x="5448" y="18193"/>
                  </a:lnTo>
                  <a:cubicBezTo>
                    <a:pt x="4844" y="16958"/>
                    <a:pt x="4533" y="15602"/>
                    <a:pt x="4530" y="14231"/>
                  </a:cubicBezTo>
                  <a:lnTo>
                    <a:pt x="4530" y="13060"/>
                  </a:lnTo>
                  <a:cubicBezTo>
                    <a:pt x="4530" y="12341"/>
                    <a:pt x="4983" y="11698"/>
                    <a:pt x="5662" y="11460"/>
                  </a:cubicBezTo>
                  <a:lnTo>
                    <a:pt x="5662" y="14231"/>
                  </a:lnTo>
                  <a:cubicBezTo>
                    <a:pt x="5662" y="14542"/>
                    <a:pt x="5916" y="14796"/>
                    <a:pt x="6230" y="14796"/>
                  </a:cubicBezTo>
                  <a:cubicBezTo>
                    <a:pt x="6541" y="14796"/>
                    <a:pt x="6795" y="14542"/>
                    <a:pt x="6795" y="14231"/>
                  </a:cubicBezTo>
                  <a:lnTo>
                    <a:pt x="6795" y="6230"/>
                  </a:lnTo>
                  <a:cubicBezTo>
                    <a:pt x="6795" y="5916"/>
                    <a:pt x="7048" y="5662"/>
                    <a:pt x="7362" y="5662"/>
                  </a:cubicBezTo>
                  <a:close/>
                  <a:moveTo>
                    <a:pt x="1701" y="1"/>
                  </a:moveTo>
                  <a:cubicBezTo>
                    <a:pt x="762" y="1"/>
                    <a:pt x="1" y="762"/>
                    <a:pt x="1" y="1701"/>
                  </a:cubicBezTo>
                  <a:lnTo>
                    <a:pt x="1" y="16496"/>
                  </a:lnTo>
                  <a:cubicBezTo>
                    <a:pt x="1" y="17432"/>
                    <a:pt x="762" y="18193"/>
                    <a:pt x="1701" y="18193"/>
                  </a:cubicBezTo>
                  <a:lnTo>
                    <a:pt x="4204" y="18193"/>
                  </a:lnTo>
                  <a:cubicBezTo>
                    <a:pt x="4285" y="18389"/>
                    <a:pt x="4376" y="18582"/>
                    <a:pt x="4470" y="18773"/>
                  </a:cubicBezTo>
                  <a:lnTo>
                    <a:pt x="4590" y="19011"/>
                  </a:lnTo>
                  <a:cubicBezTo>
                    <a:pt x="4687" y="19204"/>
                    <a:pt x="4880" y="19325"/>
                    <a:pt x="5098" y="19325"/>
                  </a:cubicBezTo>
                  <a:lnTo>
                    <a:pt x="14156" y="19325"/>
                  </a:lnTo>
                  <a:cubicBezTo>
                    <a:pt x="14370" y="19325"/>
                    <a:pt x="14564" y="19204"/>
                    <a:pt x="14660" y="19011"/>
                  </a:cubicBezTo>
                  <a:lnTo>
                    <a:pt x="14781" y="18773"/>
                  </a:lnTo>
                  <a:cubicBezTo>
                    <a:pt x="15485" y="17363"/>
                    <a:pt x="15850" y="15808"/>
                    <a:pt x="15853" y="14231"/>
                  </a:cubicBezTo>
                  <a:lnTo>
                    <a:pt x="15853" y="11928"/>
                  </a:lnTo>
                  <a:cubicBezTo>
                    <a:pt x="15853" y="10953"/>
                    <a:pt x="15054" y="10228"/>
                    <a:pt x="14155" y="10228"/>
                  </a:cubicBezTo>
                  <a:cubicBezTo>
                    <a:pt x="13949" y="10228"/>
                    <a:pt x="13737" y="10266"/>
                    <a:pt x="13528" y="10348"/>
                  </a:cubicBezTo>
                  <a:cubicBezTo>
                    <a:pt x="13326" y="9609"/>
                    <a:pt x="12655" y="9098"/>
                    <a:pt x="11891" y="9098"/>
                  </a:cubicBezTo>
                  <a:cubicBezTo>
                    <a:pt x="11883" y="9098"/>
                    <a:pt x="11875" y="9098"/>
                    <a:pt x="11867" y="9098"/>
                  </a:cubicBezTo>
                  <a:cubicBezTo>
                    <a:pt x="11682" y="9098"/>
                    <a:pt x="11497" y="9131"/>
                    <a:pt x="11324" y="9195"/>
                  </a:cubicBezTo>
                  <a:lnTo>
                    <a:pt x="11324" y="1701"/>
                  </a:lnTo>
                  <a:cubicBezTo>
                    <a:pt x="11324" y="762"/>
                    <a:pt x="10563" y="1"/>
                    <a:pt x="96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libaba PuHuiTi" pitchFamily="18" charset="-122"/>
                <a:ea typeface="Alibaba PuHuiTi" pitchFamily="18" charset="-122"/>
                <a:cs typeface="Alibaba PuHuiTi" pitchFamily="18" charset="-122"/>
              </a:endParaRPr>
            </a:p>
          </p:txBody>
        </p:sp>
        <p:sp>
          <p:nvSpPr>
            <p:cNvPr id="29" name="小李PPT15">
              <a:extLst>
                <a:ext uri="{FF2B5EF4-FFF2-40B4-BE49-F238E27FC236}">
                  <a16:creationId xmlns:a16="http://schemas.microsoft.com/office/drawing/2014/main" id="{4BB9AB2C-30AF-3A1E-EE31-D6059199D553}"/>
                </a:ext>
              </a:extLst>
            </p:cNvPr>
            <p:cNvSpPr txBox="1"/>
            <p:nvPr/>
          </p:nvSpPr>
          <p:spPr>
            <a:xfrm>
              <a:off x="4132085" y="6155013"/>
              <a:ext cx="1265090" cy="307777"/>
            </a:xfrm>
            <a:prstGeom prst="rect">
              <a:avLst/>
            </a:prstGeom>
            <a:noFill/>
            <a:ln>
              <a:noFill/>
            </a:ln>
          </p:spPr>
          <p:txBody>
            <a:bodyPr wrap="none" rtlCol="0">
              <a:spAutoFit/>
            </a:bodyPr>
            <a:lstStyle/>
            <a:p>
              <a:pPr>
                <a:defRPr/>
              </a:pPr>
              <a:r>
                <a:rPr lang="en-US" altLang="zh-CN" sz="1400" dirty="0">
                  <a:solidFill>
                    <a:schemeClr val="accent1"/>
                  </a:solidFill>
                  <a:latin typeface="Alibaba PuHuiTi" pitchFamily="18" charset="-122"/>
                  <a:ea typeface="Alibaba PuHuiTi" pitchFamily="18" charset="-122"/>
                  <a:cs typeface="Alibaba PuHuiTi" pitchFamily="18" charset="-122"/>
                </a:rPr>
                <a:t>888-888-888</a:t>
              </a:r>
            </a:p>
          </p:txBody>
        </p:sp>
        <p:sp>
          <p:nvSpPr>
            <p:cNvPr id="31" name="椭圆 30">
              <a:extLst>
                <a:ext uri="{FF2B5EF4-FFF2-40B4-BE49-F238E27FC236}">
                  <a16:creationId xmlns:a16="http://schemas.microsoft.com/office/drawing/2014/main" id="{A728EDC9-3998-EFF5-349A-A98E1D72D3BD}"/>
                </a:ext>
              </a:extLst>
            </p:cNvPr>
            <p:cNvSpPr/>
            <p:nvPr/>
          </p:nvSpPr>
          <p:spPr>
            <a:xfrm>
              <a:off x="3641944" y="6059358"/>
              <a:ext cx="481263" cy="481263"/>
            </a:xfrm>
            <a:prstGeom prst="ellipse">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grpSp>
      <p:sp>
        <p:nvSpPr>
          <p:cNvPr id="33" name="小李PPT15">
            <a:extLst>
              <a:ext uri="{FF2B5EF4-FFF2-40B4-BE49-F238E27FC236}">
                <a16:creationId xmlns:a16="http://schemas.microsoft.com/office/drawing/2014/main" id="{231BE1B0-D1B9-AAE0-96F9-35567F9EAF9A}"/>
              </a:ext>
            </a:extLst>
          </p:cNvPr>
          <p:cNvSpPr txBox="1"/>
          <p:nvPr/>
        </p:nvSpPr>
        <p:spPr>
          <a:xfrm>
            <a:off x="5939944" y="6155013"/>
            <a:ext cx="2416046" cy="307777"/>
          </a:xfrm>
          <a:prstGeom prst="rect">
            <a:avLst/>
          </a:prstGeom>
          <a:noFill/>
          <a:ln>
            <a:noFill/>
          </a:ln>
        </p:spPr>
        <p:txBody>
          <a:bodyPr wrap="none" rtlCol="0">
            <a:spAutoFit/>
          </a:bodyPr>
          <a:lstStyle/>
          <a:p>
            <a:pPr>
              <a:defRPr/>
            </a:pPr>
            <a:r>
              <a:rPr lang="zh-CN" altLang="en-US" sz="1400" dirty="0">
                <a:solidFill>
                  <a:schemeClr val="accent1"/>
                </a:solidFill>
                <a:latin typeface="Alibaba PuHuiTi" pitchFamily="18" charset="-122"/>
                <a:ea typeface="Alibaba PuHuiTi" pitchFamily="18" charset="-122"/>
                <a:cs typeface="Alibaba PuHuiTi" pitchFamily="18" charset="-122"/>
              </a:rPr>
              <a:t>汇报时间：</a:t>
            </a:r>
            <a:r>
              <a:rPr lang="en-US" altLang="zh-CN" sz="1400" dirty="0">
                <a:solidFill>
                  <a:schemeClr val="accent1"/>
                </a:solidFill>
                <a:latin typeface="Alibaba PuHuiTi" pitchFamily="18" charset="-122"/>
                <a:ea typeface="Alibaba PuHuiTi" pitchFamily="18" charset="-122"/>
                <a:cs typeface="Alibaba PuHuiTi" pitchFamily="18" charset="-122"/>
              </a:rPr>
              <a:t>8888</a:t>
            </a:r>
            <a:r>
              <a:rPr lang="zh-CN" altLang="en-US" sz="1400" dirty="0">
                <a:solidFill>
                  <a:schemeClr val="accent1"/>
                </a:solidFill>
                <a:latin typeface="Alibaba PuHuiTi" pitchFamily="18" charset="-122"/>
                <a:ea typeface="Alibaba PuHuiTi" pitchFamily="18" charset="-122"/>
                <a:cs typeface="Alibaba PuHuiTi" pitchFamily="18" charset="-122"/>
              </a:rPr>
              <a:t>年</a:t>
            </a:r>
            <a:r>
              <a:rPr lang="en-US" altLang="zh-CN" sz="1400" dirty="0">
                <a:solidFill>
                  <a:schemeClr val="accent1"/>
                </a:solidFill>
                <a:latin typeface="Alibaba PuHuiTi" pitchFamily="18" charset="-122"/>
                <a:ea typeface="Alibaba PuHuiTi" pitchFamily="18" charset="-122"/>
                <a:cs typeface="Alibaba PuHuiTi" pitchFamily="18" charset="-122"/>
              </a:rPr>
              <a:t>88</a:t>
            </a:r>
            <a:r>
              <a:rPr lang="zh-CN" altLang="en-US" sz="1400" dirty="0">
                <a:solidFill>
                  <a:schemeClr val="accent1"/>
                </a:solidFill>
                <a:latin typeface="Alibaba PuHuiTi" pitchFamily="18" charset="-122"/>
                <a:ea typeface="Alibaba PuHuiTi" pitchFamily="18" charset="-122"/>
                <a:cs typeface="Alibaba PuHuiTi" pitchFamily="18" charset="-122"/>
              </a:rPr>
              <a:t>月</a:t>
            </a:r>
            <a:r>
              <a:rPr lang="en-US" altLang="zh-CN" sz="1400" dirty="0">
                <a:solidFill>
                  <a:schemeClr val="accent1"/>
                </a:solidFill>
                <a:latin typeface="Alibaba PuHuiTi" pitchFamily="18" charset="-122"/>
                <a:ea typeface="Alibaba PuHuiTi" pitchFamily="18" charset="-122"/>
                <a:cs typeface="Alibaba PuHuiTi" pitchFamily="18" charset="-122"/>
              </a:rPr>
              <a:t>88</a:t>
            </a:r>
            <a:r>
              <a:rPr lang="zh-CN" altLang="en-US" sz="1400" dirty="0">
                <a:solidFill>
                  <a:schemeClr val="accent1"/>
                </a:solidFill>
                <a:latin typeface="Alibaba PuHuiTi" pitchFamily="18" charset="-122"/>
                <a:ea typeface="Alibaba PuHuiTi" pitchFamily="18" charset="-122"/>
                <a:cs typeface="Alibaba PuHuiTi" pitchFamily="18" charset="-122"/>
              </a:rPr>
              <a:t>日</a:t>
            </a:r>
            <a:endParaRPr lang="en-US" altLang="zh-CN" sz="1400" dirty="0">
              <a:solidFill>
                <a:schemeClr val="accent1"/>
              </a:solidFill>
              <a:latin typeface="Alibaba PuHuiTi" pitchFamily="18" charset="-122"/>
              <a:ea typeface="Alibaba PuHuiTi" pitchFamily="18" charset="-122"/>
              <a:cs typeface="Alibaba PuHuiTi" pitchFamily="18" charset="-122"/>
            </a:endParaRPr>
          </a:p>
        </p:txBody>
      </p:sp>
      <p:sp>
        <p:nvSpPr>
          <p:cNvPr id="34" name="小李PPT15">
            <a:extLst>
              <a:ext uri="{FF2B5EF4-FFF2-40B4-BE49-F238E27FC236}">
                <a16:creationId xmlns:a16="http://schemas.microsoft.com/office/drawing/2014/main" id="{CF0D6135-8683-1DCC-8427-F5D53554A6A5}"/>
              </a:ext>
            </a:extLst>
          </p:cNvPr>
          <p:cNvSpPr txBox="1"/>
          <p:nvPr/>
        </p:nvSpPr>
        <p:spPr>
          <a:xfrm>
            <a:off x="8795867" y="6155013"/>
            <a:ext cx="2449710" cy="307777"/>
          </a:xfrm>
          <a:prstGeom prst="rect">
            <a:avLst/>
          </a:prstGeom>
          <a:noFill/>
          <a:ln>
            <a:noFill/>
          </a:ln>
        </p:spPr>
        <p:txBody>
          <a:bodyPr wrap="none" rtlCol="0">
            <a:spAutoFit/>
          </a:bodyPr>
          <a:lstStyle/>
          <a:p>
            <a:pPr>
              <a:defRPr/>
            </a:pPr>
            <a:r>
              <a:rPr lang="zh-CN" altLang="en-US" sz="1400" dirty="0">
                <a:solidFill>
                  <a:schemeClr val="accent1"/>
                </a:solidFill>
                <a:latin typeface="Alibaba PuHuiTi" pitchFamily="18" charset="-122"/>
                <a:ea typeface="Alibaba PuHuiTi" pitchFamily="18" charset="-122"/>
                <a:cs typeface="Alibaba PuHuiTi" pitchFamily="18" charset="-122"/>
              </a:rPr>
              <a:t>汇报地点：序言大厦</a:t>
            </a:r>
            <a:r>
              <a:rPr lang="en-US" altLang="zh-CN" sz="1400" dirty="0">
                <a:solidFill>
                  <a:schemeClr val="accent1"/>
                </a:solidFill>
                <a:latin typeface="Alibaba PuHuiTi" pitchFamily="18" charset="-122"/>
                <a:ea typeface="Alibaba PuHuiTi" pitchFamily="18" charset="-122"/>
                <a:cs typeface="Alibaba PuHuiTi" pitchFamily="18" charset="-122"/>
              </a:rPr>
              <a:t>A</a:t>
            </a:r>
            <a:r>
              <a:rPr lang="zh-CN" altLang="en-US" sz="1400" dirty="0">
                <a:solidFill>
                  <a:schemeClr val="accent1"/>
                </a:solidFill>
                <a:latin typeface="Alibaba PuHuiTi" pitchFamily="18" charset="-122"/>
                <a:ea typeface="Alibaba PuHuiTi" pitchFamily="18" charset="-122"/>
                <a:cs typeface="Alibaba PuHuiTi" pitchFamily="18" charset="-122"/>
              </a:rPr>
              <a:t>栋</a:t>
            </a:r>
            <a:r>
              <a:rPr lang="en-US" altLang="zh-CN" sz="1400" dirty="0">
                <a:solidFill>
                  <a:schemeClr val="accent1"/>
                </a:solidFill>
                <a:latin typeface="Alibaba PuHuiTi" pitchFamily="18" charset="-122"/>
                <a:ea typeface="Alibaba PuHuiTi" pitchFamily="18" charset="-122"/>
                <a:cs typeface="Alibaba PuHuiTi" pitchFamily="18" charset="-122"/>
              </a:rPr>
              <a:t>88</a:t>
            </a:r>
            <a:r>
              <a:rPr lang="zh-CN" altLang="en-US" sz="1400" dirty="0">
                <a:solidFill>
                  <a:schemeClr val="accent1"/>
                </a:solidFill>
                <a:latin typeface="Alibaba PuHuiTi" pitchFamily="18" charset="-122"/>
                <a:ea typeface="Alibaba PuHuiTi" pitchFamily="18" charset="-122"/>
                <a:cs typeface="Alibaba PuHuiTi" pitchFamily="18" charset="-122"/>
              </a:rPr>
              <a:t>号</a:t>
            </a:r>
            <a:endParaRPr lang="en-US" altLang="zh-CN" sz="1400" dirty="0">
              <a:solidFill>
                <a:schemeClr val="accent1"/>
              </a:solidFill>
              <a:latin typeface="Alibaba PuHuiTi" pitchFamily="18" charset="-122"/>
              <a:ea typeface="Alibaba PuHuiTi" pitchFamily="18" charset="-122"/>
              <a:cs typeface="Alibaba PuHuiTi" pitchFamily="18" charset="-122"/>
            </a:endParaRPr>
          </a:p>
        </p:txBody>
      </p:sp>
      <p:sp>
        <p:nvSpPr>
          <p:cNvPr id="37" name="TextBox 42">
            <a:extLst>
              <a:ext uri="{FF2B5EF4-FFF2-40B4-BE49-F238E27FC236}">
                <a16:creationId xmlns:a16="http://schemas.microsoft.com/office/drawing/2014/main" id="{4761B0DA-66CD-1999-CE87-FD9E0FF1AF0F}"/>
              </a:ext>
            </a:extLst>
          </p:cNvPr>
          <p:cNvSpPr txBox="1"/>
          <p:nvPr/>
        </p:nvSpPr>
        <p:spPr>
          <a:xfrm>
            <a:off x="882073" y="4021334"/>
            <a:ext cx="8441221" cy="620363"/>
          </a:xfrm>
          <a:prstGeom prst="rect">
            <a:avLst/>
          </a:prstGeom>
          <a:noFill/>
        </p:spPr>
        <p:txBody>
          <a:bodyPr wrap="square">
            <a:spAutoFit/>
          </a:bodyPr>
          <a:lstStyle/>
          <a:p>
            <a:pPr algn="just">
              <a:lnSpc>
                <a:spcPct val="150000"/>
              </a:lnSpc>
            </a:pPr>
            <a:r>
              <a:rPr lang="zh-CN" altLang="en-US" sz="1200" dirty="0">
                <a:solidFill>
                  <a:schemeClr val="bg1"/>
                </a:solidFill>
                <a:latin typeface="Alibaba PuHuiTi" pitchFamily="18" charset="-122"/>
                <a:ea typeface="Alibaba PuHuiTi" pitchFamily="18" charset="-122"/>
                <a:cs typeface="Alibaba PuHuiTi" pitchFamily="18" charset="-122"/>
              </a:rPr>
              <a:t>在过去的一年里，我积极投入工作，努力推动团队目标的实现。通过协作与创新，我们取得了显著的成果。接下来，我将总结这一年的工作经历与收获，期待与大家分享。谢谢！</a:t>
            </a:r>
            <a:endParaRPr kumimoji="0" lang="zh-CN" altLang="en-US" sz="1200"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77414445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6F26F5B-372E-F2E7-967E-D5DF1A8CC3EF}"/>
              </a:ext>
            </a:extLst>
          </p:cNvPr>
          <p:cNvSpPr/>
          <p:nvPr/>
        </p:nvSpPr>
        <p:spPr>
          <a:xfrm>
            <a:off x="454759" y="1159261"/>
            <a:ext cx="11282474" cy="1117093"/>
          </a:xfrm>
          <a:prstGeom prst="rect">
            <a:avLst/>
          </a:prstGeom>
          <a:gradFill>
            <a:gsLst>
              <a:gs pos="0">
                <a:schemeClr val="accent2"/>
              </a:gs>
              <a:gs pos="100000">
                <a:schemeClr val="accent1"/>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cs typeface="Alibaba PuHuiTi" pitchFamily="18" charset="-122"/>
            </a:endParaRPr>
          </a:p>
        </p:txBody>
      </p:sp>
      <p:sp>
        <p:nvSpPr>
          <p:cNvPr id="2" name="小李PPT1">
            <a:extLst>
              <a:ext uri="{FF2B5EF4-FFF2-40B4-BE49-F238E27FC236}">
                <a16:creationId xmlns:a16="http://schemas.microsoft.com/office/drawing/2014/main" id="{91A7D78F-C0B0-E470-599C-A535DF74330D}"/>
              </a:ext>
            </a:extLst>
          </p:cNvPr>
          <p:cNvSpPr txBox="1"/>
          <p:nvPr/>
        </p:nvSpPr>
        <p:spPr>
          <a:xfrm>
            <a:off x="363836" y="244861"/>
            <a:ext cx="271420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述职报告：目录</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a:extLst>
              <a:ext uri="{FF2B5EF4-FFF2-40B4-BE49-F238E27FC236}">
                <a16:creationId xmlns:a16="http://schemas.microsoft.com/office/drawing/2014/main" id="{0DF922E0-46CC-2D92-BA66-C06A8E69D391}"/>
              </a:ext>
            </a:extLst>
          </p:cNvPr>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 altLang="zh-CN" dirty="0" err="1">
                <a:solidFill>
                  <a:schemeClr val="accent1"/>
                </a:solidFill>
                <a:latin typeface="Alibaba PuHuiTi" pitchFamily="18" charset="-122"/>
                <a:ea typeface="Alibaba PuHuiTi" pitchFamily="18" charset="-122"/>
                <a:cs typeface="Alibaba PuHuiTi" pitchFamily="18" charset="-122"/>
              </a:rPr>
              <a:t>Powerpoint</a:t>
            </a:r>
            <a:r>
              <a:rPr lang="en"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a:extLst>
              <a:ext uri="{FF2B5EF4-FFF2-40B4-BE49-F238E27FC236}">
                <a16:creationId xmlns:a16="http://schemas.microsoft.com/office/drawing/2014/main" id="{6BEED2AF-C7EB-DE42-E139-B10B4AA9C15A}"/>
              </a:ext>
            </a:extLst>
          </p:cNvPr>
          <p:cNvCxnSpPr>
            <a:cxnSpLocks/>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小李PPT1">
            <a:extLst>
              <a:ext uri="{FF2B5EF4-FFF2-40B4-BE49-F238E27FC236}">
                <a16:creationId xmlns:a16="http://schemas.microsoft.com/office/drawing/2014/main" id="{8201702B-449D-F521-0860-3AA212BE4CD2}"/>
              </a:ext>
            </a:extLst>
          </p:cNvPr>
          <p:cNvSpPr txBox="1"/>
          <p:nvPr/>
        </p:nvSpPr>
        <p:spPr>
          <a:xfrm>
            <a:off x="689657" y="1363858"/>
            <a:ext cx="4320413"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4000" b="1" dirty="0">
                <a:solidFill>
                  <a:schemeClr val="bg1"/>
                </a:solidFill>
                <a:latin typeface="Alibaba PuHuiTi" pitchFamily="18" charset="-122"/>
                <a:ea typeface="Alibaba PuHuiTi" pitchFamily="18" charset="-122"/>
                <a:cs typeface="Alibaba PuHuiTi" pitchFamily="18" charset="-122"/>
              </a:rPr>
              <a:t>目录｜</a:t>
            </a:r>
            <a:r>
              <a:rPr lang="en" altLang="zh-CN" sz="4000" b="1" dirty="0">
                <a:solidFill>
                  <a:schemeClr val="bg1"/>
                </a:solidFill>
                <a:latin typeface="Alibaba PuHuiTi" pitchFamily="18" charset="-122"/>
                <a:ea typeface="Alibaba PuHuiTi" pitchFamily="18" charset="-122"/>
                <a:cs typeface="Alibaba PuHuiTi" pitchFamily="18" charset="-122"/>
              </a:rPr>
              <a:t>CONTENTS</a:t>
            </a:r>
            <a:endParaRPr kumimoji="0" lang="zh-CN" altLang="en-US" sz="4000" b="1"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p:txBody>
      </p:sp>
      <p:sp>
        <p:nvSpPr>
          <p:cNvPr id="12" name="椭圆 11">
            <a:extLst>
              <a:ext uri="{FF2B5EF4-FFF2-40B4-BE49-F238E27FC236}">
                <a16:creationId xmlns:a16="http://schemas.microsoft.com/office/drawing/2014/main" id="{4BB45E54-69BD-3F9B-306F-402E3F2198EA}"/>
              </a:ext>
            </a:extLst>
          </p:cNvPr>
          <p:cNvSpPr/>
          <p:nvPr/>
        </p:nvSpPr>
        <p:spPr>
          <a:xfrm>
            <a:off x="10688322" y="1407746"/>
            <a:ext cx="620110" cy="620110"/>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4" name="三角形 13">
            <a:extLst>
              <a:ext uri="{FF2B5EF4-FFF2-40B4-BE49-F238E27FC236}">
                <a16:creationId xmlns:a16="http://schemas.microsoft.com/office/drawing/2014/main" id="{5D547DED-760F-E910-2FDA-C9913ED3E9BA}"/>
              </a:ext>
            </a:extLst>
          </p:cNvPr>
          <p:cNvSpPr/>
          <p:nvPr/>
        </p:nvSpPr>
        <p:spPr>
          <a:xfrm rot="5400000">
            <a:off x="10887889" y="1592467"/>
            <a:ext cx="290775" cy="250668"/>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cs typeface="Alibaba PuHuiTi" pitchFamily="18" charset="-122"/>
            </a:endParaRPr>
          </a:p>
        </p:txBody>
      </p:sp>
      <p:sp>
        <p:nvSpPr>
          <p:cNvPr id="15" name="小李PPT22">
            <a:extLst>
              <a:ext uri="{FF2B5EF4-FFF2-40B4-BE49-F238E27FC236}">
                <a16:creationId xmlns:a16="http://schemas.microsoft.com/office/drawing/2014/main" id="{7725B28C-780D-ED1E-AEF0-23CE1A5E1924}"/>
              </a:ext>
            </a:extLst>
          </p:cNvPr>
          <p:cNvSpPr txBox="1"/>
          <p:nvPr/>
        </p:nvSpPr>
        <p:spPr>
          <a:xfrm>
            <a:off x="767039" y="3647675"/>
            <a:ext cx="2448641"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u="none" strike="noStrike" kern="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rPr>
              <a:t>自我介绍</a:t>
            </a:r>
          </a:p>
        </p:txBody>
      </p:sp>
      <p:sp>
        <p:nvSpPr>
          <p:cNvPr id="16" name="小李PPT23">
            <a:extLst>
              <a:ext uri="{FF2B5EF4-FFF2-40B4-BE49-F238E27FC236}">
                <a16:creationId xmlns:a16="http://schemas.microsoft.com/office/drawing/2014/main" id="{5B05BA85-EB3A-ED9F-36DE-108B00FB3E69}"/>
              </a:ext>
            </a:extLst>
          </p:cNvPr>
          <p:cNvSpPr txBox="1">
            <a:spLocks/>
          </p:cNvSpPr>
          <p:nvPr/>
        </p:nvSpPr>
        <p:spPr>
          <a:xfrm>
            <a:off x="767039" y="4049297"/>
            <a:ext cx="2448641" cy="3231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ts val="1700"/>
              </a:lnSpc>
              <a:spcBef>
                <a:spcPts val="0"/>
              </a:spcBef>
              <a:spcAft>
                <a:spcPts val="0"/>
              </a:spcAft>
              <a:buClrTx/>
              <a:buSzTx/>
              <a:buFont typeface="Arial" panose="020B0604020202020204" pitchFamily="34" charset="0"/>
              <a:buNone/>
              <a:tabLst/>
              <a:defRPr/>
            </a:pPr>
            <a:r>
              <a:rPr kumimoji="0" lang="en-US" altLang="zh-CN" sz="1100" u="none" strike="noStrike" kern="1200" cap="none" spc="0" normalizeH="0" baseline="0" noProof="0" dirty="0">
                <a:ln>
                  <a:noFill/>
                </a:ln>
                <a:solidFill>
                  <a:schemeClr val="tx2"/>
                </a:solidFill>
                <a:effectLst/>
                <a:uLnTx/>
                <a:uFillTx/>
                <a:latin typeface="Alibaba PuHuiTi" pitchFamily="18" charset="-122"/>
                <a:ea typeface="Alibaba PuHuiTi" pitchFamily="18" charset="-122"/>
                <a:cs typeface="Alibaba PuHuiTi" pitchFamily="18" charset="-122"/>
              </a:rPr>
              <a:t>Self-introduction</a:t>
            </a:r>
          </a:p>
        </p:txBody>
      </p:sp>
      <p:sp>
        <p:nvSpPr>
          <p:cNvPr id="17" name="小李PPT22">
            <a:extLst>
              <a:ext uri="{FF2B5EF4-FFF2-40B4-BE49-F238E27FC236}">
                <a16:creationId xmlns:a16="http://schemas.microsoft.com/office/drawing/2014/main" id="{51534755-DD47-24FA-3E00-47C4DBEC1B69}"/>
              </a:ext>
            </a:extLst>
          </p:cNvPr>
          <p:cNvSpPr txBox="1"/>
          <p:nvPr/>
        </p:nvSpPr>
        <p:spPr>
          <a:xfrm>
            <a:off x="1158154" y="2592027"/>
            <a:ext cx="1666412" cy="1015663"/>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6000" b="1" u="none" strike="noStrike" kern="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rPr>
              <a:t>01</a:t>
            </a:r>
            <a:endParaRPr kumimoji="0" lang="zh-CN" altLang="en-US" sz="6000" b="1" u="none" strike="noStrike" kern="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19" name="小李PPT22">
            <a:extLst>
              <a:ext uri="{FF2B5EF4-FFF2-40B4-BE49-F238E27FC236}">
                <a16:creationId xmlns:a16="http://schemas.microsoft.com/office/drawing/2014/main" id="{35895B8F-6122-C265-6513-AD1C2AB87C60}"/>
              </a:ext>
            </a:extLst>
          </p:cNvPr>
          <p:cNvSpPr txBox="1"/>
          <p:nvPr/>
        </p:nvSpPr>
        <p:spPr>
          <a:xfrm>
            <a:off x="4871680" y="3647675"/>
            <a:ext cx="2448641"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u="none" strike="noStrike" kern="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rPr>
              <a:t>工作成果展示</a:t>
            </a:r>
          </a:p>
        </p:txBody>
      </p:sp>
      <p:sp>
        <p:nvSpPr>
          <p:cNvPr id="20" name="小李PPT23">
            <a:extLst>
              <a:ext uri="{FF2B5EF4-FFF2-40B4-BE49-F238E27FC236}">
                <a16:creationId xmlns:a16="http://schemas.microsoft.com/office/drawing/2014/main" id="{0F966859-1BA4-0337-AF0C-6697DDB7335B}"/>
              </a:ext>
            </a:extLst>
          </p:cNvPr>
          <p:cNvSpPr txBox="1">
            <a:spLocks/>
          </p:cNvSpPr>
          <p:nvPr/>
        </p:nvSpPr>
        <p:spPr>
          <a:xfrm>
            <a:off x="4871680" y="4049297"/>
            <a:ext cx="2448641" cy="3231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ts val="1700"/>
              </a:lnSpc>
              <a:spcBef>
                <a:spcPts val="0"/>
              </a:spcBef>
              <a:spcAft>
                <a:spcPts val="0"/>
              </a:spcAft>
              <a:buClrTx/>
              <a:buSzTx/>
              <a:buFont typeface="Arial" panose="020B0604020202020204" pitchFamily="34" charset="0"/>
              <a:buNone/>
              <a:tabLst/>
              <a:defRPr/>
            </a:pPr>
            <a:r>
              <a:rPr kumimoji="0" lang="en-US" altLang="zh-CN" sz="1100" u="none" strike="noStrike" kern="1200" cap="none" spc="0" normalizeH="0" baseline="0" noProof="0" dirty="0">
                <a:ln>
                  <a:noFill/>
                </a:ln>
                <a:solidFill>
                  <a:schemeClr val="tx2"/>
                </a:solidFill>
                <a:effectLst/>
                <a:uLnTx/>
                <a:uFillTx/>
                <a:latin typeface="Alibaba PuHuiTi" pitchFamily="18" charset="-122"/>
                <a:ea typeface="Alibaba PuHuiTi" pitchFamily="18" charset="-122"/>
                <a:cs typeface="Alibaba PuHuiTi" pitchFamily="18" charset="-122"/>
              </a:rPr>
              <a:t>Display Of Work Results</a:t>
            </a:r>
          </a:p>
        </p:txBody>
      </p:sp>
      <p:sp>
        <p:nvSpPr>
          <p:cNvPr id="21" name="小李PPT22">
            <a:extLst>
              <a:ext uri="{FF2B5EF4-FFF2-40B4-BE49-F238E27FC236}">
                <a16:creationId xmlns:a16="http://schemas.microsoft.com/office/drawing/2014/main" id="{9C2BB62A-8A73-F238-259F-55F9E3950456}"/>
              </a:ext>
            </a:extLst>
          </p:cNvPr>
          <p:cNvSpPr txBox="1"/>
          <p:nvPr/>
        </p:nvSpPr>
        <p:spPr>
          <a:xfrm>
            <a:off x="5262794" y="2592027"/>
            <a:ext cx="1666412" cy="1015663"/>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6000" b="1" u="none" strike="noStrike" kern="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rPr>
              <a:t>02</a:t>
            </a:r>
            <a:endParaRPr kumimoji="0" lang="zh-CN" altLang="en-US" sz="6000" b="1" u="none" strike="noStrike" kern="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23" name="小李PPT22">
            <a:extLst>
              <a:ext uri="{FF2B5EF4-FFF2-40B4-BE49-F238E27FC236}">
                <a16:creationId xmlns:a16="http://schemas.microsoft.com/office/drawing/2014/main" id="{2A423325-AA86-9629-3757-EA12EC1E76CA}"/>
              </a:ext>
            </a:extLst>
          </p:cNvPr>
          <p:cNvSpPr txBox="1"/>
          <p:nvPr/>
        </p:nvSpPr>
        <p:spPr>
          <a:xfrm>
            <a:off x="8976320" y="3647675"/>
            <a:ext cx="2448641"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u="none" strike="noStrike" kern="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rPr>
              <a:t>不足与改进</a:t>
            </a:r>
          </a:p>
        </p:txBody>
      </p:sp>
      <p:sp>
        <p:nvSpPr>
          <p:cNvPr id="24" name="小李PPT23">
            <a:extLst>
              <a:ext uri="{FF2B5EF4-FFF2-40B4-BE49-F238E27FC236}">
                <a16:creationId xmlns:a16="http://schemas.microsoft.com/office/drawing/2014/main" id="{15BD96D1-CBA2-B4B7-030D-588A064E7A68}"/>
              </a:ext>
            </a:extLst>
          </p:cNvPr>
          <p:cNvSpPr txBox="1">
            <a:spLocks/>
          </p:cNvSpPr>
          <p:nvPr/>
        </p:nvSpPr>
        <p:spPr>
          <a:xfrm>
            <a:off x="8976320" y="4049297"/>
            <a:ext cx="2448641" cy="3231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ts val="1700"/>
              </a:lnSpc>
              <a:spcBef>
                <a:spcPts val="0"/>
              </a:spcBef>
              <a:spcAft>
                <a:spcPts val="0"/>
              </a:spcAft>
              <a:buClrTx/>
              <a:buSzTx/>
              <a:buFont typeface="Arial" panose="020B0604020202020204" pitchFamily="34" charset="0"/>
              <a:buNone/>
              <a:tabLst/>
              <a:defRPr/>
            </a:pPr>
            <a:r>
              <a:rPr kumimoji="0" lang="en-US" altLang="zh-CN" sz="1100" u="none" strike="noStrike" kern="1200" cap="none" spc="0" normalizeH="0" baseline="0" noProof="0" dirty="0">
                <a:ln>
                  <a:noFill/>
                </a:ln>
                <a:solidFill>
                  <a:schemeClr val="tx2"/>
                </a:solidFill>
                <a:effectLst/>
                <a:uLnTx/>
                <a:uFillTx/>
                <a:latin typeface="Alibaba PuHuiTi" pitchFamily="18" charset="-122"/>
                <a:ea typeface="Alibaba PuHuiTi" pitchFamily="18" charset="-122"/>
                <a:cs typeface="Alibaba PuHuiTi" pitchFamily="18" charset="-122"/>
              </a:rPr>
              <a:t>Deficiency And Improvement</a:t>
            </a:r>
          </a:p>
        </p:txBody>
      </p:sp>
      <p:sp>
        <p:nvSpPr>
          <p:cNvPr id="25" name="小李PPT22">
            <a:extLst>
              <a:ext uri="{FF2B5EF4-FFF2-40B4-BE49-F238E27FC236}">
                <a16:creationId xmlns:a16="http://schemas.microsoft.com/office/drawing/2014/main" id="{1A2CCACA-D183-C295-2B0E-D6034BF6FE17}"/>
              </a:ext>
            </a:extLst>
          </p:cNvPr>
          <p:cNvSpPr txBox="1"/>
          <p:nvPr/>
        </p:nvSpPr>
        <p:spPr>
          <a:xfrm>
            <a:off x="9367434" y="2592027"/>
            <a:ext cx="1666412" cy="1015663"/>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6000" b="1" u="none" strike="noStrike" kern="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rPr>
              <a:t>03</a:t>
            </a:r>
            <a:endParaRPr kumimoji="0" lang="zh-CN" altLang="en-US" sz="6000" b="1" u="none" strike="noStrike" kern="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51" name="直线连接符 50">
            <a:extLst>
              <a:ext uri="{FF2B5EF4-FFF2-40B4-BE49-F238E27FC236}">
                <a16:creationId xmlns:a16="http://schemas.microsoft.com/office/drawing/2014/main" id="{535A5037-9527-EAE2-575B-C9B113E8625B}"/>
              </a:ext>
            </a:extLst>
          </p:cNvPr>
          <p:cNvCxnSpPr>
            <a:cxnSpLocks/>
          </p:cNvCxnSpPr>
          <p:nvPr/>
        </p:nvCxnSpPr>
        <p:spPr>
          <a:xfrm>
            <a:off x="4043680" y="2935821"/>
            <a:ext cx="0" cy="1235074"/>
          </a:xfrm>
          <a:prstGeom prst="line">
            <a:avLst/>
          </a:prstGeom>
          <a:ln w="15875"/>
        </p:spPr>
        <p:style>
          <a:lnRef idx="2">
            <a:schemeClr val="accent1"/>
          </a:lnRef>
          <a:fillRef idx="0">
            <a:schemeClr val="accent1"/>
          </a:fillRef>
          <a:effectRef idx="1">
            <a:schemeClr val="accent1"/>
          </a:effectRef>
          <a:fontRef idx="minor">
            <a:schemeClr val="tx1"/>
          </a:fontRef>
        </p:style>
      </p:cxnSp>
      <p:cxnSp>
        <p:nvCxnSpPr>
          <p:cNvPr id="53" name="直线连接符 52">
            <a:extLst>
              <a:ext uri="{FF2B5EF4-FFF2-40B4-BE49-F238E27FC236}">
                <a16:creationId xmlns:a16="http://schemas.microsoft.com/office/drawing/2014/main" id="{7CC71942-C40B-037C-8905-FFD77F3790C7}"/>
              </a:ext>
            </a:extLst>
          </p:cNvPr>
          <p:cNvCxnSpPr>
            <a:cxnSpLocks/>
          </p:cNvCxnSpPr>
          <p:nvPr/>
        </p:nvCxnSpPr>
        <p:spPr>
          <a:xfrm>
            <a:off x="8148320" y="2935821"/>
            <a:ext cx="0" cy="1235074"/>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60" name="小李PPT22">
            <a:extLst>
              <a:ext uri="{FF2B5EF4-FFF2-40B4-BE49-F238E27FC236}">
                <a16:creationId xmlns:a16="http://schemas.microsoft.com/office/drawing/2014/main" id="{8A104078-6F0A-EB2B-304F-7F11A1606E29}"/>
              </a:ext>
            </a:extLst>
          </p:cNvPr>
          <p:cNvSpPr txBox="1"/>
          <p:nvPr/>
        </p:nvSpPr>
        <p:spPr>
          <a:xfrm>
            <a:off x="767039" y="5750795"/>
            <a:ext cx="2448641"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u="none" strike="noStrike" kern="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rPr>
              <a:t>学习与成长</a:t>
            </a:r>
          </a:p>
        </p:txBody>
      </p:sp>
      <p:sp>
        <p:nvSpPr>
          <p:cNvPr id="61" name="小李PPT23">
            <a:extLst>
              <a:ext uri="{FF2B5EF4-FFF2-40B4-BE49-F238E27FC236}">
                <a16:creationId xmlns:a16="http://schemas.microsoft.com/office/drawing/2014/main" id="{9A50D8E1-DA30-82F3-ABAA-7A31AAB98C93}"/>
              </a:ext>
            </a:extLst>
          </p:cNvPr>
          <p:cNvSpPr txBox="1">
            <a:spLocks/>
          </p:cNvSpPr>
          <p:nvPr/>
        </p:nvSpPr>
        <p:spPr>
          <a:xfrm>
            <a:off x="767039" y="6152417"/>
            <a:ext cx="2448641" cy="3231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ts val="1700"/>
              </a:lnSpc>
              <a:spcBef>
                <a:spcPts val="0"/>
              </a:spcBef>
              <a:spcAft>
                <a:spcPts val="0"/>
              </a:spcAft>
              <a:buClrTx/>
              <a:buSzTx/>
              <a:buFont typeface="Arial" panose="020B0604020202020204" pitchFamily="34" charset="0"/>
              <a:buNone/>
              <a:tabLst/>
              <a:defRPr/>
            </a:pPr>
            <a:r>
              <a:rPr kumimoji="0" lang="en-US" altLang="zh-CN" sz="1100" u="none" strike="noStrike" kern="1200" cap="none" spc="0" normalizeH="0" baseline="0" noProof="0" dirty="0">
                <a:ln>
                  <a:noFill/>
                </a:ln>
                <a:solidFill>
                  <a:schemeClr val="tx2"/>
                </a:solidFill>
                <a:effectLst/>
                <a:uLnTx/>
                <a:uFillTx/>
                <a:latin typeface="Alibaba PuHuiTi" pitchFamily="18" charset="-122"/>
                <a:ea typeface="Alibaba PuHuiTi" pitchFamily="18" charset="-122"/>
                <a:cs typeface="Alibaba PuHuiTi" pitchFamily="18" charset="-122"/>
              </a:rPr>
              <a:t>Learning And Growth</a:t>
            </a:r>
          </a:p>
        </p:txBody>
      </p:sp>
      <p:sp>
        <p:nvSpPr>
          <p:cNvPr id="62" name="小李PPT22">
            <a:extLst>
              <a:ext uri="{FF2B5EF4-FFF2-40B4-BE49-F238E27FC236}">
                <a16:creationId xmlns:a16="http://schemas.microsoft.com/office/drawing/2014/main" id="{A4248AEA-BD27-D9D6-9376-2937FB6E52F2}"/>
              </a:ext>
            </a:extLst>
          </p:cNvPr>
          <p:cNvSpPr txBox="1"/>
          <p:nvPr/>
        </p:nvSpPr>
        <p:spPr>
          <a:xfrm>
            <a:off x="1158154" y="4695147"/>
            <a:ext cx="1666412" cy="1015663"/>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6000" b="1" u="none" strike="noStrike" kern="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rPr>
              <a:t>04</a:t>
            </a:r>
            <a:endParaRPr kumimoji="0" lang="zh-CN" altLang="en-US" sz="6000" b="1" u="none" strike="noStrike" kern="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64" name="小李PPT22">
            <a:extLst>
              <a:ext uri="{FF2B5EF4-FFF2-40B4-BE49-F238E27FC236}">
                <a16:creationId xmlns:a16="http://schemas.microsoft.com/office/drawing/2014/main" id="{14B7D5D0-4866-BDA6-548F-24EB36947298}"/>
              </a:ext>
            </a:extLst>
          </p:cNvPr>
          <p:cNvSpPr txBox="1"/>
          <p:nvPr/>
        </p:nvSpPr>
        <p:spPr>
          <a:xfrm>
            <a:off x="4871680" y="5750795"/>
            <a:ext cx="2448641"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u="none" strike="noStrike" kern="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rPr>
              <a:t>明年工作计划</a:t>
            </a:r>
          </a:p>
        </p:txBody>
      </p:sp>
      <p:sp>
        <p:nvSpPr>
          <p:cNvPr id="65" name="小李PPT23">
            <a:extLst>
              <a:ext uri="{FF2B5EF4-FFF2-40B4-BE49-F238E27FC236}">
                <a16:creationId xmlns:a16="http://schemas.microsoft.com/office/drawing/2014/main" id="{6BAA5739-53CE-B1BB-94BF-2E9D2DAC750B}"/>
              </a:ext>
            </a:extLst>
          </p:cNvPr>
          <p:cNvSpPr txBox="1">
            <a:spLocks/>
          </p:cNvSpPr>
          <p:nvPr/>
        </p:nvSpPr>
        <p:spPr>
          <a:xfrm>
            <a:off x="4871680" y="6152417"/>
            <a:ext cx="2448641" cy="3231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ts val="1700"/>
              </a:lnSpc>
              <a:spcBef>
                <a:spcPts val="0"/>
              </a:spcBef>
              <a:spcAft>
                <a:spcPts val="0"/>
              </a:spcAft>
              <a:buClrTx/>
              <a:buSzTx/>
              <a:buFont typeface="Arial" panose="020B0604020202020204" pitchFamily="34" charset="0"/>
              <a:buNone/>
              <a:tabLst/>
              <a:defRPr/>
            </a:pPr>
            <a:r>
              <a:rPr kumimoji="0" lang="en-US" altLang="zh-CN" sz="1100" u="none" strike="noStrike" kern="1200" cap="none" spc="0" normalizeH="0" baseline="0" noProof="0" dirty="0">
                <a:ln>
                  <a:noFill/>
                </a:ln>
                <a:solidFill>
                  <a:schemeClr val="tx2"/>
                </a:solidFill>
                <a:effectLst/>
                <a:uLnTx/>
                <a:uFillTx/>
                <a:latin typeface="Alibaba PuHuiTi" pitchFamily="18" charset="-122"/>
                <a:ea typeface="Alibaba PuHuiTi" pitchFamily="18" charset="-122"/>
                <a:cs typeface="Alibaba PuHuiTi" pitchFamily="18" charset="-122"/>
              </a:rPr>
              <a:t>Work Plan For Next Year</a:t>
            </a:r>
          </a:p>
        </p:txBody>
      </p:sp>
      <p:sp>
        <p:nvSpPr>
          <p:cNvPr id="66" name="小李PPT22">
            <a:extLst>
              <a:ext uri="{FF2B5EF4-FFF2-40B4-BE49-F238E27FC236}">
                <a16:creationId xmlns:a16="http://schemas.microsoft.com/office/drawing/2014/main" id="{19647B6B-A1C5-2BF9-8288-69593DFD7A47}"/>
              </a:ext>
            </a:extLst>
          </p:cNvPr>
          <p:cNvSpPr txBox="1"/>
          <p:nvPr/>
        </p:nvSpPr>
        <p:spPr>
          <a:xfrm>
            <a:off x="5262794" y="4695147"/>
            <a:ext cx="1666412" cy="1015663"/>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6000" b="1" u="none" strike="noStrike" kern="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rPr>
              <a:t>05</a:t>
            </a:r>
            <a:endParaRPr kumimoji="0" lang="zh-CN" altLang="en-US" sz="6000" b="1" u="none" strike="noStrike" kern="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68" name="小李PPT22">
            <a:extLst>
              <a:ext uri="{FF2B5EF4-FFF2-40B4-BE49-F238E27FC236}">
                <a16:creationId xmlns:a16="http://schemas.microsoft.com/office/drawing/2014/main" id="{99E7FB19-A527-1F21-FC4F-36FC95068E87}"/>
              </a:ext>
            </a:extLst>
          </p:cNvPr>
          <p:cNvSpPr txBox="1"/>
          <p:nvPr/>
        </p:nvSpPr>
        <p:spPr>
          <a:xfrm>
            <a:off x="8976320" y="5750795"/>
            <a:ext cx="2448641"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u="none" strike="noStrike" kern="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rPr>
              <a:t>感谢与展望</a:t>
            </a:r>
          </a:p>
        </p:txBody>
      </p:sp>
      <p:sp>
        <p:nvSpPr>
          <p:cNvPr id="69" name="小李PPT23">
            <a:extLst>
              <a:ext uri="{FF2B5EF4-FFF2-40B4-BE49-F238E27FC236}">
                <a16:creationId xmlns:a16="http://schemas.microsoft.com/office/drawing/2014/main" id="{349217AE-DBF6-67D7-7CEE-C7FE2A87F582}"/>
              </a:ext>
            </a:extLst>
          </p:cNvPr>
          <p:cNvSpPr txBox="1">
            <a:spLocks/>
          </p:cNvSpPr>
          <p:nvPr/>
        </p:nvSpPr>
        <p:spPr>
          <a:xfrm>
            <a:off x="8976320" y="6152417"/>
            <a:ext cx="2448641" cy="3231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ts val="1700"/>
              </a:lnSpc>
              <a:spcBef>
                <a:spcPts val="0"/>
              </a:spcBef>
              <a:spcAft>
                <a:spcPts val="0"/>
              </a:spcAft>
              <a:buClrTx/>
              <a:buSzTx/>
              <a:buFont typeface="Arial" panose="020B0604020202020204" pitchFamily="34" charset="0"/>
              <a:buNone/>
              <a:tabLst/>
              <a:defRPr/>
            </a:pPr>
            <a:r>
              <a:rPr kumimoji="0" lang="en-US" altLang="zh-CN" sz="1100" u="none" strike="noStrike" kern="1200" cap="none" spc="0" normalizeH="0" baseline="0" noProof="0" dirty="0">
                <a:ln>
                  <a:noFill/>
                </a:ln>
                <a:solidFill>
                  <a:schemeClr val="tx2"/>
                </a:solidFill>
                <a:effectLst/>
                <a:uLnTx/>
                <a:uFillTx/>
                <a:latin typeface="Alibaba PuHuiTi" pitchFamily="18" charset="-122"/>
                <a:ea typeface="Alibaba PuHuiTi" pitchFamily="18" charset="-122"/>
                <a:cs typeface="Alibaba PuHuiTi" pitchFamily="18" charset="-122"/>
              </a:rPr>
              <a:t>Thanks And Prospect</a:t>
            </a:r>
          </a:p>
        </p:txBody>
      </p:sp>
      <p:sp>
        <p:nvSpPr>
          <p:cNvPr id="70" name="小李PPT22">
            <a:extLst>
              <a:ext uri="{FF2B5EF4-FFF2-40B4-BE49-F238E27FC236}">
                <a16:creationId xmlns:a16="http://schemas.microsoft.com/office/drawing/2014/main" id="{BCA906F6-2768-89B5-0244-6692DBD750F7}"/>
              </a:ext>
            </a:extLst>
          </p:cNvPr>
          <p:cNvSpPr txBox="1"/>
          <p:nvPr/>
        </p:nvSpPr>
        <p:spPr>
          <a:xfrm>
            <a:off x="9367434" y="4695147"/>
            <a:ext cx="1666412" cy="1015663"/>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6000" b="1" u="none" strike="noStrike" kern="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rPr>
              <a:t>06</a:t>
            </a:r>
            <a:endParaRPr kumimoji="0" lang="zh-CN" altLang="en-US" sz="6000" b="1" u="none" strike="noStrike" kern="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72" name="直线连接符 71">
            <a:extLst>
              <a:ext uri="{FF2B5EF4-FFF2-40B4-BE49-F238E27FC236}">
                <a16:creationId xmlns:a16="http://schemas.microsoft.com/office/drawing/2014/main" id="{598D7447-7A26-9FEC-E639-97C05707553E}"/>
              </a:ext>
            </a:extLst>
          </p:cNvPr>
          <p:cNvCxnSpPr>
            <a:cxnSpLocks/>
          </p:cNvCxnSpPr>
          <p:nvPr/>
        </p:nvCxnSpPr>
        <p:spPr>
          <a:xfrm>
            <a:off x="4043680" y="5038941"/>
            <a:ext cx="0" cy="1235074"/>
          </a:xfrm>
          <a:prstGeom prst="line">
            <a:avLst/>
          </a:prstGeom>
          <a:ln w="15875"/>
        </p:spPr>
        <p:style>
          <a:lnRef idx="2">
            <a:schemeClr val="accent1"/>
          </a:lnRef>
          <a:fillRef idx="0">
            <a:schemeClr val="accent1"/>
          </a:fillRef>
          <a:effectRef idx="1">
            <a:schemeClr val="accent1"/>
          </a:effectRef>
          <a:fontRef idx="minor">
            <a:schemeClr val="tx1"/>
          </a:fontRef>
        </p:style>
      </p:cxnSp>
      <p:cxnSp>
        <p:nvCxnSpPr>
          <p:cNvPr id="73" name="直线连接符 72">
            <a:extLst>
              <a:ext uri="{FF2B5EF4-FFF2-40B4-BE49-F238E27FC236}">
                <a16:creationId xmlns:a16="http://schemas.microsoft.com/office/drawing/2014/main" id="{AF2C3A9E-57E6-5E35-DB67-F1F5C9355231}"/>
              </a:ext>
            </a:extLst>
          </p:cNvPr>
          <p:cNvCxnSpPr>
            <a:cxnSpLocks/>
          </p:cNvCxnSpPr>
          <p:nvPr/>
        </p:nvCxnSpPr>
        <p:spPr>
          <a:xfrm>
            <a:off x="8148320" y="5038941"/>
            <a:ext cx="0" cy="1235074"/>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950866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47F47-B539-1EF4-0605-DA9910B77256}"/>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A49B6C86-F965-393F-E55E-A9BC3945EC35}"/>
              </a:ext>
            </a:extLst>
          </p:cNvPr>
          <p:cNvSpPr/>
          <p:nvPr/>
        </p:nvSpPr>
        <p:spPr>
          <a:xfrm flipV="1">
            <a:off x="0" y="4883150"/>
            <a:ext cx="12192000" cy="197484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2" name="小李PPT1">
            <a:extLst>
              <a:ext uri="{FF2B5EF4-FFF2-40B4-BE49-F238E27FC236}">
                <a16:creationId xmlns:a16="http://schemas.microsoft.com/office/drawing/2014/main" id="{B3BA2384-78C6-43FA-9980-D6D9C12B71C9}"/>
              </a:ext>
            </a:extLst>
          </p:cNvPr>
          <p:cNvSpPr txBox="1"/>
          <p:nvPr/>
        </p:nvSpPr>
        <p:spPr>
          <a:xfrm>
            <a:off x="363836" y="244861"/>
            <a:ext cx="2653290"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述职报告：前言</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a:extLst>
              <a:ext uri="{FF2B5EF4-FFF2-40B4-BE49-F238E27FC236}">
                <a16:creationId xmlns:a16="http://schemas.microsoft.com/office/drawing/2014/main" id="{F5EF727A-9B86-812D-B2A0-E3D63727FE9D}"/>
              </a:ext>
            </a:extLst>
          </p:cNvPr>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 altLang="zh-CN" dirty="0" err="1">
                <a:solidFill>
                  <a:schemeClr val="accent1"/>
                </a:solidFill>
                <a:latin typeface="Alibaba PuHuiTi" pitchFamily="18" charset="-122"/>
                <a:ea typeface="Alibaba PuHuiTi" pitchFamily="18" charset="-122"/>
                <a:cs typeface="Alibaba PuHuiTi" pitchFamily="18" charset="-122"/>
              </a:rPr>
              <a:t>Powerpoint</a:t>
            </a:r>
            <a:r>
              <a:rPr lang="en"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a:extLst>
              <a:ext uri="{FF2B5EF4-FFF2-40B4-BE49-F238E27FC236}">
                <a16:creationId xmlns:a16="http://schemas.microsoft.com/office/drawing/2014/main" id="{42A37944-6F3B-0CC9-ECEE-E95971CBF9C1}"/>
              </a:ext>
            </a:extLst>
          </p:cNvPr>
          <p:cNvCxnSpPr>
            <a:cxnSpLocks/>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矩形 4">
            <a:extLst>
              <a:ext uri="{FF2B5EF4-FFF2-40B4-BE49-F238E27FC236}">
                <a16:creationId xmlns:a16="http://schemas.microsoft.com/office/drawing/2014/main" id="{F09644D6-1F48-BB37-AE77-20E75ACEB8E5}"/>
              </a:ext>
            </a:extLst>
          </p:cNvPr>
          <p:cNvSpPr/>
          <p:nvPr/>
        </p:nvSpPr>
        <p:spPr>
          <a:xfrm>
            <a:off x="454759" y="1168903"/>
            <a:ext cx="4046121" cy="5285961"/>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6" name="文本框 5">
            <a:extLst>
              <a:ext uri="{FF2B5EF4-FFF2-40B4-BE49-F238E27FC236}">
                <a16:creationId xmlns:a16="http://schemas.microsoft.com/office/drawing/2014/main" id="{8B76BAE4-95EF-F80E-C428-5D9FB274D50D}"/>
              </a:ext>
            </a:extLst>
          </p:cNvPr>
          <p:cNvSpPr txBox="1"/>
          <p:nvPr/>
        </p:nvSpPr>
        <p:spPr>
          <a:xfrm>
            <a:off x="5293360" y="1694568"/>
            <a:ext cx="6519799" cy="2667140"/>
          </a:xfrm>
          <a:prstGeom prst="rect">
            <a:avLst/>
          </a:prstGeom>
          <a:noFill/>
        </p:spPr>
        <p:txBody>
          <a:bodyPr wrap="square" rtlCol="0">
            <a:spAutoFit/>
          </a:bodyPr>
          <a:lstStyle/>
          <a:p>
            <a:pPr algn="just">
              <a:lnSpc>
                <a:spcPct val="150000"/>
              </a:lnSpc>
              <a:spcAft>
                <a:spcPts val="1000"/>
              </a:spcAft>
            </a:pPr>
            <a:r>
              <a:rPr kumimoji="1" lang="zh-CN" altLang="en-US" sz="2400" b="1" dirty="0">
                <a:solidFill>
                  <a:schemeClr val="accent1"/>
                </a:solidFill>
                <a:latin typeface="Alibaba PuHuiTi" pitchFamily="18" charset="-122"/>
                <a:ea typeface="Alibaba PuHuiTi" pitchFamily="18" charset="-122"/>
                <a:cs typeface="Alibaba PuHuiTi" pitchFamily="18" charset="-122"/>
              </a:rPr>
              <a:t>尊敬的各位领导、同事们：</a:t>
            </a:r>
          </a:p>
          <a:p>
            <a:pPr algn="just">
              <a:lnSpc>
                <a:spcPct val="150000"/>
              </a:lnSpc>
              <a:spcAft>
                <a:spcPts val="1000"/>
              </a:spcAft>
            </a:pPr>
            <a:r>
              <a:rPr kumimoji="1" lang="zh-CN" altLang="en-US" sz="1200" dirty="0">
                <a:latin typeface="Alibaba PuHuiTi" pitchFamily="18" charset="-122"/>
                <a:ea typeface="Alibaba PuHuiTi" pitchFamily="18" charset="-122"/>
                <a:cs typeface="Alibaba PuHuiTi" pitchFamily="18" charset="-122"/>
              </a:rPr>
              <a:t>大家好！今天非常荣幸能在这里与大家分享我过去一年的工作总结和心得体会。时间飞逝，一转眼又到年终。在这一年里，我经历了许多挑战与成长，也收获了宝贵的经验。</a:t>
            </a:r>
          </a:p>
          <a:p>
            <a:pPr algn="just">
              <a:lnSpc>
                <a:spcPct val="150000"/>
              </a:lnSpc>
              <a:spcAft>
                <a:spcPts val="1000"/>
              </a:spcAft>
            </a:pPr>
            <a:r>
              <a:rPr kumimoji="1" lang="zh-CN" altLang="en-US" sz="1200" dirty="0">
                <a:latin typeface="Alibaba PuHuiTi" pitchFamily="18" charset="-122"/>
                <a:ea typeface="Alibaba PuHuiTi" pitchFamily="18" charset="-122"/>
                <a:cs typeface="Alibaba PuHuiTi" pitchFamily="18" charset="-122"/>
              </a:rPr>
              <a:t>在接下来的时间里，我将从个人职责、工作回顾、成果亮点以及未来的工作计划几个方面，向大家汇报我的工作情况。希望通过这次分享，不仅能够总结过去的一年，也能为新的一年设定更高的目标。</a:t>
            </a:r>
          </a:p>
          <a:p>
            <a:pPr algn="just">
              <a:lnSpc>
                <a:spcPct val="150000"/>
              </a:lnSpc>
              <a:spcAft>
                <a:spcPts val="1000"/>
              </a:spcAft>
            </a:pPr>
            <a:r>
              <a:rPr kumimoji="1" lang="zh-CN" altLang="en-US" sz="1200" b="1" dirty="0">
                <a:latin typeface="Alibaba PuHuiTi" pitchFamily="18" charset="-122"/>
                <a:ea typeface="Alibaba PuHuiTi" pitchFamily="18" charset="-122"/>
                <a:cs typeface="Alibaba PuHuiTi" pitchFamily="18" charset="-122"/>
              </a:rPr>
              <a:t>感谢大家的支持与关注，希望我们能共同进步，再创佳绩！</a:t>
            </a:r>
            <a:endParaRPr kumimoji="1" lang="en-US" altLang="zh-CN" sz="1200" b="1" dirty="0">
              <a:latin typeface="Alibaba PuHuiTi" pitchFamily="18" charset="-122"/>
              <a:ea typeface="Alibaba PuHuiTi" pitchFamily="18" charset="-122"/>
              <a:cs typeface="Alibaba PuHuiTi" pitchFamily="18" charset="-122"/>
            </a:endParaRPr>
          </a:p>
        </p:txBody>
      </p:sp>
      <p:sp>
        <p:nvSpPr>
          <p:cNvPr id="9" name="TextBox 161">
            <a:extLst>
              <a:ext uri="{FF2B5EF4-FFF2-40B4-BE49-F238E27FC236}">
                <a16:creationId xmlns:a16="http://schemas.microsoft.com/office/drawing/2014/main" id="{0A53026D-0B5E-30F7-C9A6-D39114C4FFB6}"/>
              </a:ext>
            </a:extLst>
          </p:cNvPr>
          <p:cNvSpPr txBox="1"/>
          <p:nvPr/>
        </p:nvSpPr>
        <p:spPr>
          <a:xfrm>
            <a:off x="5220529" y="5163432"/>
            <a:ext cx="6592630" cy="1138773"/>
          </a:xfrm>
          <a:prstGeom prst="rect">
            <a:avLst/>
          </a:prstGeom>
          <a:noFill/>
          <a:ln>
            <a:noFill/>
          </a:ln>
        </p:spPr>
        <p:txBody>
          <a:bodyPr wrap="square" rtlCol="0">
            <a:spAutoFit/>
          </a:bodyPr>
          <a:lstStyle/>
          <a:p>
            <a:r>
              <a:rPr lang="en" altLang="zh-CN" sz="6800" b="1" dirty="0">
                <a:solidFill>
                  <a:schemeClr val="tx2">
                    <a:alpha val="30000"/>
                  </a:schemeClr>
                </a:solidFill>
                <a:latin typeface="Alibaba PuHuiTi" pitchFamily="18" charset="-122"/>
                <a:ea typeface="Alibaba PuHuiTi" pitchFamily="18" charset="-122"/>
                <a:cs typeface="Alibaba PuHuiTi" pitchFamily="18" charset="-122"/>
              </a:rPr>
              <a:t>INTRODUCTION</a:t>
            </a:r>
            <a:endParaRPr lang="id-ID" altLang="zh-CN" sz="6800" b="1" dirty="0">
              <a:solidFill>
                <a:schemeClr val="tx2">
                  <a:alpha val="30000"/>
                </a:schemeClr>
              </a:solidFill>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31685703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F08322E-5627-2918-7494-F8E733B1434C}"/>
              </a:ext>
            </a:extLst>
          </p:cNvPr>
          <p:cNvSpPr/>
          <p:nvPr/>
        </p:nvSpPr>
        <p:spPr>
          <a:xfrm>
            <a:off x="0" y="0"/>
            <a:ext cx="12192000" cy="6858000"/>
          </a:xfrm>
          <a:prstGeom prst="rect">
            <a:avLst/>
          </a:prstGeom>
          <a:gradFill>
            <a:gsLst>
              <a:gs pos="0">
                <a:schemeClr val="accent2"/>
              </a:gs>
              <a:gs pos="100000">
                <a:schemeClr val="accent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5" name="小李PPT1">
            <a:extLst>
              <a:ext uri="{FF2B5EF4-FFF2-40B4-BE49-F238E27FC236}">
                <a16:creationId xmlns:a16="http://schemas.microsoft.com/office/drawing/2014/main" id="{01AD85A4-6068-9EDE-FBE8-FA472342C128}"/>
              </a:ext>
            </a:extLst>
          </p:cNvPr>
          <p:cNvSpPr txBox="1"/>
          <p:nvPr/>
        </p:nvSpPr>
        <p:spPr>
          <a:xfrm>
            <a:off x="692649" y="465826"/>
            <a:ext cx="5480988" cy="547842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en-US" altLang="zh-CN" sz="35000" b="1" dirty="0">
                <a:solidFill>
                  <a:schemeClr val="bg1"/>
                </a:solidFill>
                <a:latin typeface="Alibaba PuHuiTi" pitchFamily="18" charset="-122"/>
                <a:ea typeface="Alibaba PuHuiTi" pitchFamily="18" charset="-122"/>
                <a:cs typeface="Alibaba PuHuiTi" pitchFamily="18" charset="-122"/>
              </a:rPr>
              <a:t>01</a:t>
            </a:r>
            <a:endParaRPr kumimoji="0" lang="zh-CN" altLang="en-US" sz="35000" b="1"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p:txBody>
      </p:sp>
      <p:sp>
        <p:nvSpPr>
          <p:cNvPr id="6" name="矩形 5">
            <a:extLst>
              <a:ext uri="{FF2B5EF4-FFF2-40B4-BE49-F238E27FC236}">
                <a16:creationId xmlns:a16="http://schemas.microsoft.com/office/drawing/2014/main" id="{2CE24978-8020-7D6E-F4B8-9D3BB3747D22}"/>
              </a:ext>
            </a:extLst>
          </p:cNvPr>
          <p:cNvSpPr/>
          <p:nvPr/>
        </p:nvSpPr>
        <p:spPr>
          <a:xfrm>
            <a:off x="1088366" y="5581940"/>
            <a:ext cx="10015268"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7" name="任意形状 6">
            <a:extLst>
              <a:ext uri="{FF2B5EF4-FFF2-40B4-BE49-F238E27FC236}">
                <a16:creationId xmlns:a16="http://schemas.microsoft.com/office/drawing/2014/main" id="{0BDE7F02-8B1A-C4D6-CC6E-09001407C2E8}"/>
              </a:ext>
            </a:extLst>
          </p:cNvPr>
          <p:cNvSpPr/>
          <p:nvPr/>
        </p:nvSpPr>
        <p:spPr>
          <a:xfrm>
            <a:off x="-1" y="464820"/>
            <a:ext cx="11727179" cy="6393179"/>
          </a:xfrm>
          <a:custGeom>
            <a:avLst/>
            <a:gdLst>
              <a:gd name="connsiteX0" fmla="*/ 7019290 w 11727179"/>
              <a:gd name="connsiteY0" fmla="*/ 0 h 6393179"/>
              <a:gd name="connsiteX1" fmla="*/ 7019290 w 11727179"/>
              <a:gd name="connsiteY1" fmla="*/ 1303020 h 6393179"/>
              <a:gd name="connsiteX2" fmla="*/ 9503409 w 11727179"/>
              <a:gd name="connsiteY2" fmla="*/ 1303020 h 6393179"/>
              <a:gd name="connsiteX3" fmla="*/ 6513830 w 11727179"/>
              <a:gd name="connsiteY3" fmla="*/ 4291330 h 6393179"/>
              <a:gd name="connsiteX4" fmla="*/ 4109720 w 11727179"/>
              <a:gd name="connsiteY4" fmla="*/ 1885950 h 6393179"/>
              <a:gd name="connsiteX5" fmla="*/ 0 w 11727179"/>
              <a:gd name="connsiteY5" fmla="*/ 5995670 h 6393179"/>
              <a:gd name="connsiteX6" fmla="*/ 0 w 11727179"/>
              <a:gd name="connsiteY6" fmla="*/ 6393179 h 6393179"/>
              <a:gd name="connsiteX7" fmla="*/ 1445260 w 11727179"/>
              <a:gd name="connsiteY7" fmla="*/ 6393179 h 6393179"/>
              <a:gd name="connsiteX8" fmla="*/ 4109720 w 11727179"/>
              <a:gd name="connsiteY8" fmla="*/ 3728720 h 6393179"/>
              <a:gd name="connsiteX9" fmla="*/ 6513830 w 11727179"/>
              <a:gd name="connsiteY9" fmla="*/ 6134099 h 6393179"/>
              <a:gd name="connsiteX10" fmla="*/ 10424159 w 11727179"/>
              <a:gd name="connsiteY10" fmla="*/ 2223770 h 6393179"/>
              <a:gd name="connsiteX11" fmla="*/ 10424159 w 11727179"/>
              <a:gd name="connsiteY11" fmla="*/ 4707889 h 6393179"/>
              <a:gd name="connsiteX12" fmla="*/ 11727179 w 11727179"/>
              <a:gd name="connsiteY12" fmla="*/ 4707889 h 6393179"/>
              <a:gd name="connsiteX13" fmla="*/ 11727179 w 11727179"/>
              <a:gd name="connsiteY13" fmla="*/ 0 h 6393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27179" h="6393179">
                <a:moveTo>
                  <a:pt x="7019290" y="0"/>
                </a:moveTo>
                <a:lnTo>
                  <a:pt x="7019290" y="1303020"/>
                </a:lnTo>
                <a:lnTo>
                  <a:pt x="9503409" y="1303020"/>
                </a:lnTo>
                <a:lnTo>
                  <a:pt x="6513830" y="4291330"/>
                </a:lnTo>
                <a:lnTo>
                  <a:pt x="4109720" y="1885950"/>
                </a:lnTo>
                <a:lnTo>
                  <a:pt x="0" y="5995670"/>
                </a:lnTo>
                <a:lnTo>
                  <a:pt x="0" y="6393179"/>
                </a:lnTo>
                <a:lnTo>
                  <a:pt x="1445260" y="6393179"/>
                </a:lnTo>
                <a:lnTo>
                  <a:pt x="4109720" y="3728720"/>
                </a:lnTo>
                <a:lnTo>
                  <a:pt x="6513830" y="6134099"/>
                </a:lnTo>
                <a:lnTo>
                  <a:pt x="10424159" y="2223770"/>
                </a:lnTo>
                <a:lnTo>
                  <a:pt x="10424159" y="4707889"/>
                </a:lnTo>
                <a:lnTo>
                  <a:pt x="11727179" y="4707889"/>
                </a:lnTo>
                <a:lnTo>
                  <a:pt x="11727179" y="0"/>
                </a:lnTo>
                <a:close/>
              </a:path>
            </a:pathLst>
          </a:custGeom>
          <a:solidFill>
            <a:schemeClr val="bg1">
              <a:alpha val="10000"/>
            </a:schemeClr>
          </a:solidFill>
          <a:ln w="1269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8" name="小李PPT13">
            <a:extLst>
              <a:ext uri="{FF2B5EF4-FFF2-40B4-BE49-F238E27FC236}">
                <a16:creationId xmlns:a16="http://schemas.microsoft.com/office/drawing/2014/main" id="{ECCE5742-921A-0426-8C49-8E8AEC0C984D}"/>
              </a:ext>
            </a:extLst>
          </p:cNvPr>
          <p:cNvSpPr txBox="1"/>
          <p:nvPr/>
        </p:nvSpPr>
        <p:spPr>
          <a:xfrm>
            <a:off x="6452558" y="2917358"/>
            <a:ext cx="4626446" cy="892552"/>
          </a:xfrm>
          <a:prstGeom prst="rect">
            <a:avLst/>
          </a:prstGeom>
          <a:noFill/>
        </p:spPr>
        <p:txBody>
          <a:bodyPr wrap="square" rtlCol="0">
            <a:spAutoFit/>
          </a:bodyPr>
          <a:lstStyle/>
          <a:p>
            <a:pPr algn="just">
              <a:defRPr/>
            </a:pPr>
            <a:r>
              <a:rPr lang="zh-CN" altLang="en-US" sz="5200" b="1" u="none" strike="noStrike" dirty="0">
                <a:solidFill>
                  <a:schemeClr val="bg1"/>
                </a:solidFill>
                <a:effectLst/>
                <a:latin typeface="Alibaba PuHuiTi" pitchFamily="18" charset="-122"/>
                <a:ea typeface="Alibaba PuHuiTi" pitchFamily="18" charset="-122"/>
                <a:cs typeface="Alibaba PuHuiTi" pitchFamily="18" charset="-122"/>
              </a:rPr>
              <a:t>自我介绍</a:t>
            </a:r>
            <a:endParaRPr lang="zh-CN" altLang="en-US" sz="5200" b="1" dirty="0">
              <a:solidFill>
                <a:schemeClr val="bg1"/>
              </a:solidFill>
              <a:latin typeface="Alibaba PuHuiTi" pitchFamily="18" charset="-122"/>
              <a:ea typeface="Alibaba PuHuiTi" pitchFamily="18" charset="-122"/>
              <a:cs typeface="Alibaba PuHuiTi" pitchFamily="18" charset="-122"/>
            </a:endParaRPr>
          </a:p>
        </p:txBody>
      </p:sp>
      <p:sp>
        <p:nvSpPr>
          <p:cNvPr id="9" name="文本框 8">
            <a:extLst>
              <a:ext uri="{FF2B5EF4-FFF2-40B4-BE49-F238E27FC236}">
                <a16:creationId xmlns:a16="http://schemas.microsoft.com/office/drawing/2014/main" id="{7CC13D74-6646-A0B3-1B24-5D39CE929F98}"/>
              </a:ext>
            </a:extLst>
          </p:cNvPr>
          <p:cNvSpPr txBox="1"/>
          <p:nvPr/>
        </p:nvSpPr>
        <p:spPr>
          <a:xfrm>
            <a:off x="6461855" y="3933021"/>
            <a:ext cx="4780663" cy="708399"/>
          </a:xfrm>
          <a:prstGeom prst="rect">
            <a:avLst/>
          </a:prstGeom>
          <a:noFill/>
        </p:spPr>
        <p:txBody>
          <a:bodyPr wrap="square" rtlCol="0">
            <a:spAutoFit/>
          </a:bodyPr>
          <a:lstStyle/>
          <a:p>
            <a:pPr algn="just">
              <a:lnSpc>
                <a:spcPct val="150000"/>
              </a:lnSpc>
              <a:spcAft>
                <a:spcPts val="1000"/>
              </a:spcAft>
            </a:pPr>
            <a:r>
              <a:rPr kumimoji="1" lang="zh-CN" altLang="en-US" sz="1400" dirty="0">
                <a:solidFill>
                  <a:schemeClr val="bg1"/>
                </a:solidFill>
                <a:latin typeface="Alibaba PuHuiTi" pitchFamily="18" charset="-122"/>
                <a:ea typeface="Alibaba PuHuiTi" pitchFamily="18" charset="-122"/>
                <a:cs typeface="Alibaba PuHuiTi" pitchFamily="18" charset="-122"/>
              </a:rPr>
              <a:t>这里放入内容的概述，这里放入内容的概述。根据实际情况进行图文套用与补充。</a:t>
            </a:r>
          </a:p>
        </p:txBody>
      </p:sp>
    </p:spTree>
    <p:extLst>
      <p:ext uri="{BB962C8B-B14F-4D97-AF65-F5344CB8AC3E}">
        <p14:creationId xmlns:p14="http://schemas.microsoft.com/office/powerpoint/2010/main" val="395909971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小李PPT1">
            <a:extLst>
              <a:ext uri="{FF2B5EF4-FFF2-40B4-BE49-F238E27FC236}">
                <a16:creationId xmlns:a16="http://schemas.microsoft.com/office/drawing/2014/main" id="{91A7D78F-C0B0-E470-599C-A535DF74330D}"/>
              </a:ext>
            </a:extLst>
          </p:cNvPr>
          <p:cNvSpPr txBox="1"/>
          <p:nvPr/>
        </p:nvSpPr>
        <p:spPr>
          <a:xfrm>
            <a:off x="363836" y="244861"/>
            <a:ext cx="335861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500"/>
              </a:spcAft>
              <a:buClrTx/>
              <a:buSzTx/>
              <a:buFontTx/>
              <a:buNone/>
              <a:defRPr/>
            </a:pPr>
            <a:r>
              <a:rPr lang="zh-CN" altLang="en-US" sz="2800" b="1" dirty="0">
                <a:solidFill>
                  <a:schemeClr val="accent1"/>
                </a:solidFill>
                <a:latin typeface="Alibaba PuHuiTi" pitchFamily="18" charset="-122"/>
                <a:ea typeface="Alibaba PuHuiTi" pitchFamily="18" charset="-122"/>
                <a:cs typeface="Alibaba PuHuiTi" pitchFamily="18" charset="-122"/>
              </a:rPr>
              <a:t>述职报告：自我介绍</a:t>
            </a:r>
            <a:endParaRPr kumimoji="0" lang="zh-CN" altLang="en-US" sz="2800" b="1"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sp>
        <p:nvSpPr>
          <p:cNvPr id="3" name="小李PPT1">
            <a:extLst>
              <a:ext uri="{FF2B5EF4-FFF2-40B4-BE49-F238E27FC236}">
                <a16:creationId xmlns:a16="http://schemas.microsoft.com/office/drawing/2014/main" id="{0DF922E0-46CC-2D92-BA66-C06A8E69D391}"/>
              </a:ext>
            </a:extLst>
          </p:cNvPr>
          <p:cNvSpPr txBox="1"/>
          <p:nvPr/>
        </p:nvSpPr>
        <p:spPr>
          <a:xfrm>
            <a:off x="9272078" y="403135"/>
            <a:ext cx="2541081"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500"/>
              </a:spcAft>
              <a:buClrTx/>
              <a:buSzTx/>
              <a:buFontTx/>
              <a:buNone/>
              <a:defRPr/>
            </a:pPr>
            <a:r>
              <a:rPr lang="en" altLang="zh-CN" dirty="0" err="1">
                <a:solidFill>
                  <a:schemeClr val="accent1"/>
                </a:solidFill>
                <a:latin typeface="Alibaba PuHuiTi" pitchFamily="18" charset="-122"/>
                <a:ea typeface="Alibaba PuHuiTi" pitchFamily="18" charset="-122"/>
                <a:cs typeface="Alibaba PuHuiTi" pitchFamily="18" charset="-122"/>
              </a:rPr>
              <a:t>Powerpoint</a:t>
            </a:r>
            <a:r>
              <a:rPr lang="en" altLang="zh-CN" dirty="0">
                <a:solidFill>
                  <a:schemeClr val="accent1"/>
                </a:solidFill>
                <a:latin typeface="Alibaba PuHuiTi" pitchFamily="18" charset="-122"/>
                <a:ea typeface="Alibaba PuHuiTi" pitchFamily="18" charset="-122"/>
                <a:cs typeface="Alibaba PuHuiTi" pitchFamily="18" charset="-122"/>
              </a:rPr>
              <a:t> Template</a:t>
            </a:r>
            <a:endParaRPr kumimoji="0" lang="zh-CN" altLang="en-US" u="none" strike="noStrike" kern="1200" cap="none" spc="0" normalizeH="0" baseline="0" noProof="0" dirty="0">
              <a:ln>
                <a:noFill/>
              </a:ln>
              <a:solidFill>
                <a:schemeClr val="accent1"/>
              </a:solidFill>
              <a:effectLst/>
              <a:uLnTx/>
              <a:uFillTx/>
              <a:latin typeface="Alibaba PuHuiTi" pitchFamily="18" charset="-122"/>
              <a:ea typeface="Alibaba PuHuiTi" pitchFamily="18" charset="-122"/>
              <a:cs typeface="Alibaba PuHuiTi" pitchFamily="18" charset="-122"/>
            </a:endParaRPr>
          </a:p>
        </p:txBody>
      </p:sp>
      <p:cxnSp>
        <p:nvCxnSpPr>
          <p:cNvPr id="4" name="直线连接符 3">
            <a:extLst>
              <a:ext uri="{FF2B5EF4-FFF2-40B4-BE49-F238E27FC236}">
                <a16:creationId xmlns:a16="http://schemas.microsoft.com/office/drawing/2014/main" id="{6BEED2AF-C7EB-DE42-E139-B10B4AA9C15A}"/>
              </a:ext>
            </a:extLst>
          </p:cNvPr>
          <p:cNvCxnSpPr>
            <a:cxnSpLocks/>
          </p:cNvCxnSpPr>
          <p:nvPr/>
        </p:nvCxnSpPr>
        <p:spPr>
          <a:xfrm>
            <a:off x="454763" y="798737"/>
            <a:ext cx="11282474"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矩形 4">
            <a:extLst>
              <a:ext uri="{FF2B5EF4-FFF2-40B4-BE49-F238E27FC236}">
                <a16:creationId xmlns:a16="http://schemas.microsoft.com/office/drawing/2014/main" id="{E53E55A7-F1B4-568A-CBFD-2A77B0FC521A}"/>
              </a:ext>
            </a:extLst>
          </p:cNvPr>
          <p:cNvSpPr>
            <a:spLocks/>
          </p:cNvSpPr>
          <p:nvPr/>
        </p:nvSpPr>
        <p:spPr>
          <a:xfrm>
            <a:off x="454759" y="5195459"/>
            <a:ext cx="11282474" cy="1259405"/>
          </a:xfrm>
          <a:prstGeom prst="rect">
            <a:avLst/>
          </a:prstGeom>
          <a:gradFill>
            <a:gsLst>
              <a:gs pos="0">
                <a:schemeClr val="accent1"/>
              </a:gs>
              <a:gs pos="100000">
                <a:schemeClr val="accent4"/>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6" name="矩形 5">
            <a:extLst>
              <a:ext uri="{FF2B5EF4-FFF2-40B4-BE49-F238E27FC236}">
                <a16:creationId xmlns:a16="http://schemas.microsoft.com/office/drawing/2014/main" id="{0D970AF8-DF3E-F475-4F0B-3121874726A0}"/>
              </a:ext>
            </a:extLst>
          </p:cNvPr>
          <p:cNvSpPr/>
          <p:nvPr/>
        </p:nvSpPr>
        <p:spPr>
          <a:xfrm>
            <a:off x="454758" y="1168904"/>
            <a:ext cx="3317141" cy="3797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7" name="矩形 6">
            <a:extLst>
              <a:ext uri="{FF2B5EF4-FFF2-40B4-BE49-F238E27FC236}">
                <a16:creationId xmlns:a16="http://schemas.microsoft.com/office/drawing/2014/main" id="{C594D304-10E5-58A9-B416-C9FF57234623}"/>
              </a:ext>
            </a:extLst>
          </p:cNvPr>
          <p:cNvSpPr/>
          <p:nvPr/>
        </p:nvSpPr>
        <p:spPr>
          <a:xfrm>
            <a:off x="4132287" y="2012880"/>
            <a:ext cx="7604946" cy="323301"/>
          </a:xfrm>
          <a:prstGeom prst="rect">
            <a:avLst/>
          </a:prstGeom>
          <a:gradFill>
            <a:gsLst>
              <a:gs pos="0">
                <a:schemeClr val="accent1"/>
              </a:gs>
              <a:gs pos="99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8" name="文本框 7">
            <a:extLst>
              <a:ext uri="{FF2B5EF4-FFF2-40B4-BE49-F238E27FC236}">
                <a16:creationId xmlns:a16="http://schemas.microsoft.com/office/drawing/2014/main" id="{E0ADAD22-347D-4E18-ED53-BDFA8242CE98}"/>
              </a:ext>
            </a:extLst>
          </p:cNvPr>
          <p:cNvSpPr txBox="1"/>
          <p:nvPr/>
        </p:nvSpPr>
        <p:spPr>
          <a:xfrm>
            <a:off x="4239360" y="1950012"/>
            <a:ext cx="4437041" cy="385234"/>
          </a:xfrm>
          <a:prstGeom prst="rect">
            <a:avLst/>
          </a:prstGeom>
          <a:noFill/>
          <a:ln>
            <a:noFill/>
          </a:ln>
        </p:spPr>
        <p:txBody>
          <a:bodyPr wrap="square" rtlCol="0">
            <a:spAutoFit/>
          </a:bodyPr>
          <a:lstStyle/>
          <a:p>
            <a:pPr algn="just">
              <a:lnSpc>
                <a:spcPct val="150000"/>
              </a:lnSpc>
            </a:pPr>
            <a:r>
              <a:rPr lang="zh-CN" altLang="en-US" sz="1400" b="1" dirty="0">
                <a:solidFill>
                  <a:schemeClr val="bg1"/>
                </a:solidFill>
                <a:effectLst/>
                <a:latin typeface="Alibaba PuHuiTi" pitchFamily="18" charset="-122"/>
                <a:ea typeface="Alibaba PuHuiTi" pitchFamily="18" charset="-122"/>
                <a:cs typeface="Alibaba PuHuiTi" pitchFamily="18" charset="-122"/>
              </a:rPr>
              <a:t>工作</a:t>
            </a:r>
            <a:r>
              <a:rPr lang="zh-CN" altLang="en-US" sz="1400" b="1" dirty="0">
                <a:solidFill>
                  <a:schemeClr val="bg1"/>
                </a:solidFill>
                <a:latin typeface="Alibaba PuHuiTi" pitchFamily="18" charset="-122"/>
                <a:ea typeface="Alibaba PuHuiTi" pitchFamily="18" charset="-122"/>
                <a:cs typeface="Alibaba PuHuiTi" pitchFamily="18" charset="-122"/>
              </a:rPr>
              <a:t>经历｜</a:t>
            </a:r>
            <a:r>
              <a:rPr lang="en" altLang="zh-CN" sz="1400" b="1" dirty="0">
                <a:solidFill>
                  <a:schemeClr val="bg1"/>
                </a:solidFill>
                <a:latin typeface="Alibaba PuHuiTi" pitchFamily="18" charset="-122"/>
                <a:ea typeface="Alibaba PuHuiTi" pitchFamily="18" charset="-122"/>
                <a:cs typeface="Alibaba PuHuiTi" pitchFamily="18" charset="-122"/>
              </a:rPr>
              <a:t> WORK EXPERIENCE</a:t>
            </a:r>
            <a:endParaRPr lang="zh-CN" altLang="en-US" sz="1400" b="1" dirty="0">
              <a:solidFill>
                <a:schemeClr val="bg1"/>
              </a:solidFill>
              <a:effectLst/>
              <a:latin typeface="Alibaba PuHuiTi" pitchFamily="18" charset="-122"/>
              <a:ea typeface="Alibaba PuHuiTi" pitchFamily="18" charset="-122"/>
              <a:cs typeface="Alibaba PuHuiTi" pitchFamily="18" charset="-122"/>
            </a:endParaRPr>
          </a:p>
        </p:txBody>
      </p:sp>
      <p:sp>
        <p:nvSpPr>
          <p:cNvPr id="9" name="文本框 8">
            <a:extLst>
              <a:ext uri="{FF2B5EF4-FFF2-40B4-BE49-F238E27FC236}">
                <a16:creationId xmlns:a16="http://schemas.microsoft.com/office/drawing/2014/main" id="{D2F8334D-4D9A-5996-B5E4-AB048A3A65B5}"/>
              </a:ext>
            </a:extLst>
          </p:cNvPr>
          <p:cNvSpPr txBox="1"/>
          <p:nvPr/>
        </p:nvSpPr>
        <p:spPr>
          <a:xfrm>
            <a:off x="4474130" y="2418463"/>
            <a:ext cx="7263104" cy="855555"/>
          </a:xfrm>
          <a:prstGeom prst="rect">
            <a:avLst/>
          </a:prstGeom>
          <a:noFill/>
          <a:ln>
            <a:noFill/>
          </a:ln>
        </p:spPr>
        <p:txBody>
          <a:bodyPr wrap="square" rtlCol="0">
            <a:spAutoFit/>
          </a:bodyPr>
          <a:lstStyle/>
          <a:p>
            <a:pPr algn="just">
              <a:lnSpc>
                <a:spcPct val="150000"/>
              </a:lnSpc>
            </a:pPr>
            <a:r>
              <a:rPr lang="en-US" altLang="zh-CN" sz="1400" b="1" dirty="0">
                <a:solidFill>
                  <a:schemeClr val="accent1"/>
                </a:solidFill>
                <a:effectLst/>
                <a:latin typeface="Alibaba PuHuiTi" pitchFamily="18" charset="-122"/>
                <a:ea typeface="Alibaba PuHuiTi" pitchFamily="18" charset="-122"/>
                <a:cs typeface="Alibaba PuHuiTi" pitchFamily="18" charset="-122"/>
              </a:rPr>
              <a:t>2023</a:t>
            </a:r>
            <a:r>
              <a:rPr lang="zh-CN" altLang="en-US" sz="1400" b="1" dirty="0">
                <a:solidFill>
                  <a:schemeClr val="accent1"/>
                </a:solidFill>
                <a:effectLst/>
                <a:latin typeface="Alibaba PuHuiTi" pitchFamily="18" charset="-122"/>
                <a:ea typeface="Alibaba PuHuiTi" pitchFamily="18" charset="-122"/>
                <a:cs typeface="Alibaba PuHuiTi" pitchFamily="18" charset="-122"/>
              </a:rPr>
              <a:t>年工作经历概述</a:t>
            </a:r>
            <a:endParaRPr lang="en-US" altLang="zh-CN" sz="1400" b="1" dirty="0">
              <a:solidFill>
                <a:schemeClr val="accent1"/>
              </a:solidFill>
              <a:effectLst/>
              <a:latin typeface="Alibaba PuHuiTi" pitchFamily="18" charset="-122"/>
              <a:ea typeface="Alibaba PuHuiTi" pitchFamily="18" charset="-122"/>
              <a:cs typeface="Alibaba PuHuiTi" pitchFamily="18" charset="-122"/>
            </a:endParaRPr>
          </a:p>
          <a:p>
            <a:pPr algn="just">
              <a:lnSpc>
                <a:spcPct val="150000"/>
              </a:lnSpc>
            </a:pPr>
            <a:r>
              <a:rPr lang="zh-CN" altLang="en-US" sz="1000" dirty="0">
                <a:effectLst/>
                <a:latin typeface="Alibaba PuHuiTi" pitchFamily="18" charset="-122"/>
                <a:ea typeface="Alibaba PuHuiTi" pitchFamily="18" charset="-122"/>
                <a:cs typeface="Alibaba PuHuiTi" pitchFamily="18" charset="-122"/>
              </a:rPr>
              <a:t>科技公司担任产品经理，主导智能家居产品开发，推动项目按时交付。通过市场调研与用户反馈，优化功能，提升用户满意度，销售增长</a:t>
            </a:r>
            <a:r>
              <a:rPr lang="en-US" altLang="zh-CN" sz="1000" dirty="0">
                <a:effectLst/>
                <a:latin typeface="Alibaba PuHuiTi" pitchFamily="18" charset="-122"/>
                <a:ea typeface="Alibaba PuHuiTi" pitchFamily="18" charset="-122"/>
                <a:cs typeface="Alibaba PuHuiTi" pitchFamily="18" charset="-122"/>
              </a:rPr>
              <a:t>15%</a:t>
            </a:r>
            <a:r>
              <a:rPr lang="zh-CN" altLang="en-US" sz="1000" dirty="0">
                <a:effectLst/>
                <a:latin typeface="Alibaba PuHuiTi" pitchFamily="18" charset="-122"/>
                <a:ea typeface="Alibaba PuHuiTi" pitchFamily="18" charset="-122"/>
                <a:cs typeface="Alibaba PuHuiTi" pitchFamily="18" charset="-122"/>
              </a:rPr>
              <a:t>。</a:t>
            </a:r>
            <a:endParaRPr lang="en-US" altLang="zh-CN" sz="1000" dirty="0">
              <a:effectLst/>
              <a:latin typeface="Alibaba PuHuiTi" pitchFamily="18" charset="-122"/>
              <a:ea typeface="Alibaba PuHuiTi" pitchFamily="18" charset="-122"/>
              <a:cs typeface="Alibaba PuHuiTi" pitchFamily="18" charset="-122"/>
            </a:endParaRPr>
          </a:p>
        </p:txBody>
      </p:sp>
      <p:sp>
        <p:nvSpPr>
          <p:cNvPr id="13" name="文本框 12">
            <a:extLst>
              <a:ext uri="{FF2B5EF4-FFF2-40B4-BE49-F238E27FC236}">
                <a16:creationId xmlns:a16="http://schemas.microsoft.com/office/drawing/2014/main" id="{D495B459-6F6E-5A5D-6857-681362983539}"/>
              </a:ext>
            </a:extLst>
          </p:cNvPr>
          <p:cNvSpPr txBox="1"/>
          <p:nvPr/>
        </p:nvSpPr>
        <p:spPr>
          <a:xfrm>
            <a:off x="4132287" y="1064195"/>
            <a:ext cx="1756062" cy="707886"/>
          </a:xfrm>
          <a:prstGeom prst="rect">
            <a:avLst/>
          </a:prstGeom>
          <a:noFill/>
        </p:spPr>
        <p:txBody>
          <a:bodyPr wrap="square" rtlCol="0">
            <a:spAutoFit/>
          </a:bodyPr>
          <a:lstStyle/>
          <a:p>
            <a:pPr algn="just"/>
            <a:r>
              <a:rPr lang="zh-CN" altLang="en-US" sz="4000" b="1" dirty="0">
                <a:solidFill>
                  <a:schemeClr val="accent1"/>
                </a:solidFill>
                <a:effectLst/>
                <a:latin typeface="Alibaba PuHuiTi" pitchFamily="18" charset="-122"/>
                <a:ea typeface="Alibaba PuHuiTi" pitchFamily="18" charset="-122"/>
                <a:cs typeface="Alibaba PuHuiTi" pitchFamily="18" charset="-122"/>
              </a:rPr>
              <a:t>序小言</a:t>
            </a:r>
          </a:p>
        </p:txBody>
      </p:sp>
      <p:cxnSp>
        <p:nvCxnSpPr>
          <p:cNvPr id="18" name="直线连接符 17">
            <a:extLst>
              <a:ext uri="{FF2B5EF4-FFF2-40B4-BE49-F238E27FC236}">
                <a16:creationId xmlns:a16="http://schemas.microsoft.com/office/drawing/2014/main" id="{991914EE-7CA7-E411-1FAA-12784F438CA2}"/>
              </a:ext>
            </a:extLst>
          </p:cNvPr>
          <p:cNvCxnSpPr>
            <a:cxnSpLocks/>
          </p:cNvCxnSpPr>
          <p:nvPr/>
        </p:nvCxnSpPr>
        <p:spPr>
          <a:xfrm>
            <a:off x="6119912" y="1168904"/>
            <a:ext cx="0" cy="493641"/>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19" name="文本框 18">
            <a:extLst>
              <a:ext uri="{FF2B5EF4-FFF2-40B4-BE49-F238E27FC236}">
                <a16:creationId xmlns:a16="http://schemas.microsoft.com/office/drawing/2014/main" id="{26C7F13F-0013-54B5-C74B-092D83466707}"/>
              </a:ext>
            </a:extLst>
          </p:cNvPr>
          <p:cNvSpPr txBox="1"/>
          <p:nvPr/>
        </p:nvSpPr>
        <p:spPr>
          <a:xfrm>
            <a:off x="6459518" y="1110765"/>
            <a:ext cx="2039912" cy="400110"/>
          </a:xfrm>
          <a:prstGeom prst="rect">
            <a:avLst/>
          </a:prstGeom>
          <a:noFill/>
        </p:spPr>
        <p:txBody>
          <a:bodyPr wrap="square" rtlCol="0">
            <a:spAutoFit/>
          </a:bodyPr>
          <a:lstStyle/>
          <a:p>
            <a:pPr algn="just"/>
            <a:r>
              <a:rPr lang="zh-CN" altLang="en-US" sz="2000" dirty="0">
                <a:solidFill>
                  <a:schemeClr val="accent1"/>
                </a:solidFill>
                <a:effectLst/>
                <a:latin typeface="Alibaba PuHuiTi" pitchFamily="18" charset="-122"/>
                <a:ea typeface="Alibaba PuHuiTi" pitchFamily="18" charset="-122"/>
                <a:cs typeface="Alibaba PuHuiTi" pitchFamily="18" charset="-122"/>
              </a:rPr>
              <a:t>产品经理</a:t>
            </a:r>
          </a:p>
        </p:txBody>
      </p:sp>
      <p:sp>
        <p:nvSpPr>
          <p:cNvPr id="22" name="文本框 21">
            <a:extLst>
              <a:ext uri="{FF2B5EF4-FFF2-40B4-BE49-F238E27FC236}">
                <a16:creationId xmlns:a16="http://schemas.microsoft.com/office/drawing/2014/main" id="{82DA58CD-70EA-E6B7-AABC-275FB184FBB1}"/>
              </a:ext>
            </a:extLst>
          </p:cNvPr>
          <p:cNvSpPr txBox="1"/>
          <p:nvPr/>
        </p:nvSpPr>
        <p:spPr>
          <a:xfrm>
            <a:off x="6459517" y="1434364"/>
            <a:ext cx="2632191" cy="307777"/>
          </a:xfrm>
          <a:prstGeom prst="rect">
            <a:avLst/>
          </a:prstGeom>
          <a:noFill/>
        </p:spPr>
        <p:txBody>
          <a:bodyPr wrap="square" rtlCol="0">
            <a:spAutoFit/>
          </a:bodyPr>
          <a:lstStyle/>
          <a:p>
            <a:pPr algn="just"/>
            <a:r>
              <a:rPr lang="en" altLang="zh-CN" sz="1400" dirty="0">
                <a:solidFill>
                  <a:schemeClr val="tx2"/>
                </a:solidFill>
                <a:effectLst/>
                <a:latin typeface="Alibaba PuHuiTi" pitchFamily="18" charset="-122"/>
                <a:ea typeface="Alibaba PuHuiTi" pitchFamily="18" charset="-122"/>
                <a:cs typeface="Alibaba PuHuiTi" pitchFamily="18" charset="-122"/>
              </a:rPr>
              <a:t>PRODUCT MANAGER</a:t>
            </a:r>
            <a:endParaRPr lang="zh-CN" altLang="en-US" sz="1400" dirty="0">
              <a:solidFill>
                <a:schemeClr val="tx2"/>
              </a:solidFill>
              <a:effectLst/>
              <a:latin typeface="Alibaba PuHuiTi" pitchFamily="18" charset="-122"/>
              <a:ea typeface="Alibaba PuHuiTi" pitchFamily="18" charset="-122"/>
              <a:cs typeface="Alibaba PuHuiTi" pitchFamily="18" charset="-122"/>
            </a:endParaRPr>
          </a:p>
        </p:txBody>
      </p:sp>
      <p:sp>
        <p:nvSpPr>
          <p:cNvPr id="27" name="文本框 26">
            <a:extLst>
              <a:ext uri="{FF2B5EF4-FFF2-40B4-BE49-F238E27FC236}">
                <a16:creationId xmlns:a16="http://schemas.microsoft.com/office/drawing/2014/main" id="{D743DFBF-2B1E-49ED-3AFD-DB3C044FF7EA}"/>
              </a:ext>
            </a:extLst>
          </p:cNvPr>
          <p:cNvSpPr txBox="1"/>
          <p:nvPr/>
        </p:nvSpPr>
        <p:spPr>
          <a:xfrm>
            <a:off x="4474130" y="3286103"/>
            <a:ext cx="7263104" cy="855555"/>
          </a:xfrm>
          <a:prstGeom prst="rect">
            <a:avLst/>
          </a:prstGeom>
          <a:noFill/>
          <a:ln>
            <a:noFill/>
          </a:ln>
        </p:spPr>
        <p:txBody>
          <a:bodyPr wrap="square" rtlCol="0">
            <a:spAutoFit/>
          </a:bodyPr>
          <a:lstStyle/>
          <a:p>
            <a:pPr algn="just">
              <a:lnSpc>
                <a:spcPct val="150000"/>
              </a:lnSpc>
            </a:pPr>
            <a:r>
              <a:rPr lang="en-US" altLang="zh-CN" sz="1400" b="1" dirty="0">
                <a:solidFill>
                  <a:schemeClr val="accent1"/>
                </a:solidFill>
                <a:effectLst/>
                <a:latin typeface="Alibaba PuHuiTi" pitchFamily="18" charset="-122"/>
                <a:ea typeface="Alibaba PuHuiTi" pitchFamily="18" charset="-122"/>
                <a:cs typeface="Alibaba PuHuiTi" pitchFamily="18" charset="-122"/>
              </a:rPr>
              <a:t>2024</a:t>
            </a:r>
            <a:r>
              <a:rPr lang="zh-CN" altLang="en-US" sz="1400" b="1" dirty="0">
                <a:solidFill>
                  <a:schemeClr val="accent1"/>
                </a:solidFill>
                <a:effectLst/>
                <a:latin typeface="Alibaba PuHuiTi" pitchFamily="18" charset="-122"/>
                <a:ea typeface="Alibaba PuHuiTi" pitchFamily="18" charset="-122"/>
                <a:cs typeface="Alibaba PuHuiTi" pitchFamily="18" charset="-122"/>
              </a:rPr>
              <a:t>年工作经历概述</a:t>
            </a:r>
            <a:endParaRPr lang="en-US" altLang="zh-CN" sz="1400" b="1" dirty="0">
              <a:solidFill>
                <a:schemeClr val="accent1"/>
              </a:solidFill>
              <a:effectLst/>
              <a:latin typeface="Alibaba PuHuiTi" pitchFamily="18" charset="-122"/>
              <a:ea typeface="Alibaba PuHuiTi" pitchFamily="18" charset="-122"/>
              <a:cs typeface="Alibaba PuHuiTi" pitchFamily="18" charset="-122"/>
            </a:endParaRPr>
          </a:p>
          <a:p>
            <a:pPr algn="just">
              <a:lnSpc>
                <a:spcPct val="150000"/>
              </a:lnSpc>
            </a:pPr>
            <a:r>
              <a:rPr lang="zh-CN" altLang="en-US" sz="1000" dirty="0">
                <a:effectLst/>
                <a:latin typeface="Alibaba PuHuiTi" pitchFamily="18" charset="-122"/>
                <a:ea typeface="Alibaba PuHuiTi" pitchFamily="18" charset="-122"/>
                <a:cs typeface="Alibaba PuHuiTi" pitchFamily="18" charset="-122"/>
              </a:rPr>
              <a:t>电商平台专注移动端购物体验，进行</a:t>
            </a:r>
            <a:r>
              <a:rPr lang="en" altLang="zh-CN" sz="1000" dirty="0">
                <a:effectLst/>
                <a:latin typeface="Alibaba PuHuiTi" pitchFamily="18" charset="-122"/>
                <a:ea typeface="Alibaba PuHuiTi" pitchFamily="18" charset="-122"/>
                <a:cs typeface="Alibaba PuHuiTi" pitchFamily="18" charset="-122"/>
              </a:rPr>
              <a:t>A/B</a:t>
            </a:r>
            <a:r>
              <a:rPr lang="zh-CN" altLang="en-US" sz="1000" dirty="0">
                <a:effectLst/>
                <a:latin typeface="Alibaba PuHuiTi" pitchFamily="18" charset="-122"/>
                <a:ea typeface="Alibaba PuHuiTi" pitchFamily="18" charset="-122"/>
                <a:cs typeface="Alibaba PuHuiTi" pitchFamily="18" charset="-122"/>
              </a:rPr>
              <a:t>测试，分析用户行为，提升转化率</a:t>
            </a:r>
            <a:r>
              <a:rPr lang="en-US" altLang="zh-CN" sz="1000" dirty="0">
                <a:effectLst/>
                <a:latin typeface="Alibaba PuHuiTi" pitchFamily="18" charset="-122"/>
                <a:ea typeface="Alibaba PuHuiTi" pitchFamily="18" charset="-122"/>
                <a:cs typeface="Alibaba PuHuiTi" pitchFamily="18" charset="-122"/>
              </a:rPr>
              <a:t>20%</a:t>
            </a:r>
            <a:r>
              <a:rPr lang="zh-CN" altLang="en-US" sz="1000" dirty="0">
                <a:effectLst/>
                <a:latin typeface="Alibaba PuHuiTi" pitchFamily="18" charset="-122"/>
                <a:ea typeface="Alibaba PuHuiTi" pitchFamily="18" charset="-122"/>
                <a:cs typeface="Alibaba PuHuiTi" pitchFamily="18" charset="-122"/>
              </a:rPr>
              <a:t>。负责培训新成员，分享产品管理最佳实践。负责团队培训，提高团队效率。</a:t>
            </a:r>
            <a:endParaRPr lang="en-US" altLang="zh-CN" sz="1000" dirty="0">
              <a:effectLst/>
              <a:latin typeface="Alibaba PuHuiTi" pitchFamily="18" charset="-122"/>
              <a:ea typeface="Alibaba PuHuiTi" pitchFamily="18" charset="-122"/>
              <a:cs typeface="Alibaba PuHuiTi" pitchFamily="18" charset="-122"/>
            </a:endParaRPr>
          </a:p>
        </p:txBody>
      </p:sp>
      <p:sp>
        <p:nvSpPr>
          <p:cNvPr id="28" name="文本框 27">
            <a:extLst>
              <a:ext uri="{FF2B5EF4-FFF2-40B4-BE49-F238E27FC236}">
                <a16:creationId xmlns:a16="http://schemas.microsoft.com/office/drawing/2014/main" id="{D4581FAF-C626-EBDB-7D80-397BFB1CC747}"/>
              </a:ext>
            </a:extLst>
          </p:cNvPr>
          <p:cNvSpPr txBox="1"/>
          <p:nvPr/>
        </p:nvSpPr>
        <p:spPr>
          <a:xfrm>
            <a:off x="4474130" y="4153744"/>
            <a:ext cx="7263104" cy="855555"/>
          </a:xfrm>
          <a:prstGeom prst="rect">
            <a:avLst/>
          </a:prstGeom>
          <a:noFill/>
          <a:ln>
            <a:noFill/>
          </a:ln>
        </p:spPr>
        <p:txBody>
          <a:bodyPr wrap="square" rtlCol="0">
            <a:spAutoFit/>
          </a:bodyPr>
          <a:lstStyle/>
          <a:p>
            <a:pPr algn="just">
              <a:lnSpc>
                <a:spcPct val="150000"/>
              </a:lnSpc>
            </a:pPr>
            <a:r>
              <a:rPr lang="en-US" altLang="zh-CN" sz="1400" b="1" dirty="0">
                <a:solidFill>
                  <a:schemeClr val="accent1"/>
                </a:solidFill>
                <a:effectLst/>
                <a:latin typeface="Alibaba PuHuiTi" pitchFamily="18" charset="-122"/>
                <a:ea typeface="Alibaba PuHuiTi" pitchFamily="18" charset="-122"/>
                <a:cs typeface="Alibaba PuHuiTi" pitchFamily="18" charset="-122"/>
              </a:rPr>
              <a:t>2025</a:t>
            </a:r>
            <a:r>
              <a:rPr lang="zh-CN" altLang="en-US" sz="1400" b="1" dirty="0">
                <a:solidFill>
                  <a:schemeClr val="accent1"/>
                </a:solidFill>
                <a:effectLst/>
                <a:latin typeface="Alibaba PuHuiTi" pitchFamily="18" charset="-122"/>
                <a:ea typeface="Alibaba PuHuiTi" pitchFamily="18" charset="-122"/>
                <a:cs typeface="Alibaba PuHuiTi" pitchFamily="18" charset="-122"/>
              </a:rPr>
              <a:t>年工作经历概述</a:t>
            </a:r>
            <a:endParaRPr lang="en-US" altLang="zh-CN" sz="1400" b="1" dirty="0">
              <a:solidFill>
                <a:schemeClr val="accent1"/>
              </a:solidFill>
              <a:effectLst/>
              <a:latin typeface="Alibaba PuHuiTi" pitchFamily="18" charset="-122"/>
              <a:ea typeface="Alibaba PuHuiTi" pitchFamily="18" charset="-122"/>
              <a:cs typeface="Alibaba PuHuiTi" pitchFamily="18" charset="-122"/>
            </a:endParaRPr>
          </a:p>
          <a:p>
            <a:pPr algn="just">
              <a:lnSpc>
                <a:spcPct val="150000"/>
              </a:lnSpc>
            </a:pPr>
            <a:r>
              <a:rPr lang="zh-CN" altLang="en-US" sz="1000" dirty="0">
                <a:effectLst/>
                <a:latin typeface="Alibaba PuHuiTi" pitchFamily="18" charset="-122"/>
                <a:ea typeface="Alibaba PuHuiTi" pitchFamily="18" charset="-122"/>
                <a:cs typeface="Alibaba PuHuiTi" pitchFamily="18" charset="-122"/>
              </a:rPr>
              <a:t>加入初创公司，担任高级产品经理，负责社交媒体应用策略。通过用户访谈和市场分析，成功推出首个版本，三个月内吸引</a:t>
            </a:r>
            <a:r>
              <a:rPr lang="en-US" altLang="zh-CN" sz="1000" dirty="0">
                <a:effectLst/>
                <a:latin typeface="Alibaba PuHuiTi" pitchFamily="18" charset="-122"/>
                <a:ea typeface="Alibaba PuHuiTi" pitchFamily="18" charset="-122"/>
                <a:cs typeface="Alibaba PuHuiTi" pitchFamily="18" charset="-122"/>
              </a:rPr>
              <a:t>10</a:t>
            </a:r>
            <a:r>
              <a:rPr lang="zh-CN" altLang="en-US" sz="1000" dirty="0">
                <a:effectLst/>
                <a:latin typeface="Alibaba PuHuiTi" pitchFamily="18" charset="-122"/>
                <a:ea typeface="Alibaba PuHuiTi" pitchFamily="18" charset="-122"/>
                <a:cs typeface="Alibaba PuHuiTi" pitchFamily="18" charset="-122"/>
              </a:rPr>
              <a:t>万用户，并制定长期产品路线图。</a:t>
            </a:r>
            <a:endParaRPr lang="en-US" altLang="zh-CN" sz="1000" dirty="0">
              <a:effectLst/>
              <a:latin typeface="Alibaba PuHuiTi" pitchFamily="18" charset="-122"/>
              <a:ea typeface="Alibaba PuHuiTi" pitchFamily="18" charset="-122"/>
              <a:cs typeface="Alibaba PuHuiTi" pitchFamily="18" charset="-122"/>
            </a:endParaRPr>
          </a:p>
        </p:txBody>
      </p:sp>
      <p:cxnSp>
        <p:nvCxnSpPr>
          <p:cNvPr id="29" name="直线连接符 28">
            <a:extLst>
              <a:ext uri="{FF2B5EF4-FFF2-40B4-BE49-F238E27FC236}">
                <a16:creationId xmlns:a16="http://schemas.microsoft.com/office/drawing/2014/main" id="{0471F108-CCAC-EEBA-72BE-44352B0A4700}"/>
              </a:ext>
            </a:extLst>
          </p:cNvPr>
          <p:cNvCxnSpPr>
            <a:cxnSpLocks/>
          </p:cNvCxnSpPr>
          <p:nvPr/>
        </p:nvCxnSpPr>
        <p:spPr>
          <a:xfrm>
            <a:off x="4192565" y="2582068"/>
            <a:ext cx="0" cy="2384788"/>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31" name="椭圆 30">
            <a:extLst>
              <a:ext uri="{FF2B5EF4-FFF2-40B4-BE49-F238E27FC236}">
                <a16:creationId xmlns:a16="http://schemas.microsoft.com/office/drawing/2014/main" id="{5BC17037-D85D-D035-5839-5D76CFA968B2}"/>
              </a:ext>
            </a:extLst>
          </p:cNvPr>
          <p:cNvSpPr/>
          <p:nvPr/>
        </p:nvSpPr>
        <p:spPr>
          <a:xfrm>
            <a:off x="4145639" y="2573214"/>
            <a:ext cx="93851" cy="9385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32" name="椭圆 31">
            <a:extLst>
              <a:ext uri="{FF2B5EF4-FFF2-40B4-BE49-F238E27FC236}">
                <a16:creationId xmlns:a16="http://schemas.microsoft.com/office/drawing/2014/main" id="{B3E9ADEA-BF48-BA49-27E6-7ADBF895BB90}"/>
              </a:ext>
            </a:extLst>
          </p:cNvPr>
          <p:cNvSpPr/>
          <p:nvPr/>
        </p:nvSpPr>
        <p:spPr>
          <a:xfrm>
            <a:off x="4145639" y="3453058"/>
            <a:ext cx="93851" cy="9385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33" name="椭圆 32">
            <a:extLst>
              <a:ext uri="{FF2B5EF4-FFF2-40B4-BE49-F238E27FC236}">
                <a16:creationId xmlns:a16="http://schemas.microsoft.com/office/drawing/2014/main" id="{74A7AC38-F665-2CAD-7B5C-BC3CABCDF748}"/>
              </a:ext>
            </a:extLst>
          </p:cNvPr>
          <p:cNvSpPr/>
          <p:nvPr/>
        </p:nvSpPr>
        <p:spPr>
          <a:xfrm>
            <a:off x="4145639" y="4332902"/>
            <a:ext cx="93851" cy="9385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pic>
        <p:nvPicPr>
          <p:cNvPr id="35" name="图片 34" descr="娃娃放在一起&#10;&#10;中度可信度描述已自动生成">
            <a:extLst>
              <a:ext uri="{FF2B5EF4-FFF2-40B4-BE49-F238E27FC236}">
                <a16:creationId xmlns:a16="http://schemas.microsoft.com/office/drawing/2014/main" id="{64C8691C-DAF7-A281-5DF8-AA2394CDFDC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5960" y="816993"/>
            <a:ext cx="4149863" cy="4149863"/>
          </a:xfrm>
          <a:prstGeom prst="rect">
            <a:avLst/>
          </a:prstGeom>
        </p:spPr>
      </p:pic>
      <p:grpSp>
        <p:nvGrpSpPr>
          <p:cNvPr id="73" name="组合 72">
            <a:extLst>
              <a:ext uri="{FF2B5EF4-FFF2-40B4-BE49-F238E27FC236}">
                <a16:creationId xmlns:a16="http://schemas.microsoft.com/office/drawing/2014/main" id="{A0558B5F-3C5D-ACFB-1647-2FCBC02AD1BA}"/>
              </a:ext>
            </a:extLst>
          </p:cNvPr>
          <p:cNvGrpSpPr/>
          <p:nvPr/>
        </p:nvGrpSpPr>
        <p:grpSpPr>
          <a:xfrm>
            <a:off x="837054" y="5465025"/>
            <a:ext cx="2206017" cy="707887"/>
            <a:chOff x="837054" y="5465025"/>
            <a:chExt cx="2206017" cy="707887"/>
          </a:xfrm>
        </p:grpSpPr>
        <p:sp>
          <p:nvSpPr>
            <p:cNvPr id="37" name="文本框 36">
              <a:extLst>
                <a:ext uri="{FF2B5EF4-FFF2-40B4-BE49-F238E27FC236}">
                  <a16:creationId xmlns:a16="http://schemas.microsoft.com/office/drawing/2014/main" id="{8CFFB9C4-B367-12F5-A374-6F5D0B549419}"/>
                </a:ext>
              </a:extLst>
            </p:cNvPr>
            <p:cNvSpPr txBox="1"/>
            <p:nvPr/>
          </p:nvSpPr>
          <p:spPr>
            <a:xfrm>
              <a:off x="837054" y="5465025"/>
              <a:ext cx="2206017" cy="400110"/>
            </a:xfrm>
            <a:prstGeom prst="rect">
              <a:avLst/>
            </a:prstGeom>
            <a:noFill/>
          </p:spPr>
          <p:txBody>
            <a:bodyPr wrap="square" rtlCol="0">
              <a:spAutoFit/>
            </a:bodyPr>
            <a:lstStyle/>
            <a:p>
              <a:pPr algn="ctr"/>
              <a:r>
                <a:rPr lang="zh-CN" altLang="en-US" sz="2000" b="1" dirty="0">
                  <a:solidFill>
                    <a:schemeClr val="bg1"/>
                  </a:solidFill>
                  <a:effectLst/>
                  <a:latin typeface="Alibaba PuHuiTi" pitchFamily="18" charset="-122"/>
                  <a:ea typeface="Alibaba PuHuiTi" pitchFamily="18" charset="-122"/>
                  <a:cs typeface="Alibaba PuHuiTi" pitchFamily="18" charset="-122"/>
                </a:rPr>
                <a:t>最佳产品创新奖</a:t>
              </a:r>
            </a:p>
          </p:txBody>
        </p:sp>
        <p:sp>
          <p:nvSpPr>
            <p:cNvPr id="38" name="文本框 37">
              <a:extLst>
                <a:ext uri="{FF2B5EF4-FFF2-40B4-BE49-F238E27FC236}">
                  <a16:creationId xmlns:a16="http://schemas.microsoft.com/office/drawing/2014/main" id="{7B31474E-C202-9FCF-7190-DB3527A44D5F}"/>
                </a:ext>
              </a:extLst>
            </p:cNvPr>
            <p:cNvSpPr txBox="1"/>
            <p:nvPr/>
          </p:nvSpPr>
          <p:spPr>
            <a:xfrm>
              <a:off x="1055021" y="5865135"/>
              <a:ext cx="1770082" cy="307777"/>
            </a:xfrm>
            <a:prstGeom prst="rect">
              <a:avLst/>
            </a:prstGeom>
            <a:noFill/>
          </p:spPr>
          <p:txBody>
            <a:bodyPr wrap="square" rtlCol="0">
              <a:spAutoFit/>
            </a:bodyPr>
            <a:lstStyle/>
            <a:p>
              <a:pPr algn="ctr"/>
              <a:r>
                <a:rPr lang="en-US" altLang="zh-CN" sz="1400" dirty="0">
                  <a:solidFill>
                    <a:schemeClr val="bg1"/>
                  </a:solidFill>
                  <a:effectLst/>
                  <a:latin typeface="Alibaba PuHuiTi" pitchFamily="18" charset="-122"/>
                  <a:ea typeface="Alibaba PuHuiTi" pitchFamily="18" charset="-122"/>
                  <a:cs typeface="Alibaba PuHuiTi" pitchFamily="18" charset="-122"/>
                </a:rPr>
                <a:t>2022</a:t>
              </a:r>
              <a:r>
                <a:rPr lang="zh-CN" altLang="en-US" sz="1400" dirty="0">
                  <a:solidFill>
                    <a:schemeClr val="bg1"/>
                  </a:solidFill>
                  <a:latin typeface="Alibaba PuHuiTi" pitchFamily="18" charset="-122"/>
                  <a:ea typeface="Alibaba PuHuiTi" pitchFamily="18" charset="-122"/>
                  <a:cs typeface="Alibaba PuHuiTi" pitchFamily="18" charset="-122"/>
                </a:rPr>
                <a:t>年度</a:t>
              </a:r>
              <a:endParaRPr lang="zh-CN" altLang="en-US" sz="1400" dirty="0">
                <a:solidFill>
                  <a:schemeClr val="bg1"/>
                </a:solidFill>
                <a:effectLst/>
                <a:latin typeface="Alibaba PuHuiTi" pitchFamily="18" charset="-122"/>
                <a:ea typeface="Alibaba PuHuiTi" pitchFamily="18" charset="-122"/>
                <a:cs typeface="Alibaba PuHuiTi" pitchFamily="18" charset="-122"/>
              </a:endParaRPr>
            </a:p>
          </p:txBody>
        </p:sp>
      </p:grpSp>
      <p:grpSp>
        <p:nvGrpSpPr>
          <p:cNvPr id="72" name="组合 71">
            <a:extLst>
              <a:ext uri="{FF2B5EF4-FFF2-40B4-BE49-F238E27FC236}">
                <a16:creationId xmlns:a16="http://schemas.microsoft.com/office/drawing/2014/main" id="{80E31191-C783-AEBE-20B0-298E2F5DBE0A}"/>
              </a:ext>
            </a:extLst>
          </p:cNvPr>
          <p:cNvGrpSpPr/>
          <p:nvPr/>
        </p:nvGrpSpPr>
        <p:grpSpPr>
          <a:xfrm>
            <a:off x="3608607" y="5465025"/>
            <a:ext cx="2206017" cy="707887"/>
            <a:chOff x="3608608" y="5465025"/>
            <a:chExt cx="2206017" cy="707887"/>
          </a:xfrm>
        </p:grpSpPr>
        <p:sp>
          <p:nvSpPr>
            <p:cNvPr id="55" name="文本框 54">
              <a:extLst>
                <a:ext uri="{FF2B5EF4-FFF2-40B4-BE49-F238E27FC236}">
                  <a16:creationId xmlns:a16="http://schemas.microsoft.com/office/drawing/2014/main" id="{C29908D1-00C0-245D-6702-81557E057CFD}"/>
                </a:ext>
              </a:extLst>
            </p:cNvPr>
            <p:cNvSpPr txBox="1"/>
            <p:nvPr/>
          </p:nvSpPr>
          <p:spPr>
            <a:xfrm>
              <a:off x="3608608" y="5465025"/>
              <a:ext cx="2206017" cy="400110"/>
            </a:xfrm>
            <a:prstGeom prst="rect">
              <a:avLst/>
            </a:prstGeom>
            <a:noFill/>
          </p:spPr>
          <p:txBody>
            <a:bodyPr wrap="square" rtlCol="0">
              <a:spAutoFit/>
            </a:bodyPr>
            <a:lstStyle/>
            <a:p>
              <a:pPr algn="ctr"/>
              <a:r>
                <a:rPr lang="zh-CN" altLang="en-US" sz="2000" b="1" dirty="0">
                  <a:solidFill>
                    <a:schemeClr val="bg1"/>
                  </a:solidFill>
                  <a:effectLst/>
                  <a:latin typeface="Alibaba PuHuiTi" pitchFamily="18" charset="-122"/>
                  <a:ea typeface="Alibaba PuHuiTi" pitchFamily="18" charset="-122"/>
                  <a:cs typeface="Alibaba PuHuiTi" pitchFamily="18" charset="-122"/>
                </a:rPr>
                <a:t>团队卓越贡献奖</a:t>
              </a:r>
            </a:p>
          </p:txBody>
        </p:sp>
        <p:sp>
          <p:nvSpPr>
            <p:cNvPr id="56" name="文本框 55">
              <a:extLst>
                <a:ext uri="{FF2B5EF4-FFF2-40B4-BE49-F238E27FC236}">
                  <a16:creationId xmlns:a16="http://schemas.microsoft.com/office/drawing/2014/main" id="{7FC9A664-9A27-5180-EC31-E3E6DF325515}"/>
                </a:ext>
              </a:extLst>
            </p:cNvPr>
            <p:cNvSpPr txBox="1"/>
            <p:nvPr/>
          </p:nvSpPr>
          <p:spPr>
            <a:xfrm>
              <a:off x="3826575" y="5865135"/>
              <a:ext cx="1770082" cy="307777"/>
            </a:xfrm>
            <a:prstGeom prst="rect">
              <a:avLst/>
            </a:prstGeom>
            <a:noFill/>
          </p:spPr>
          <p:txBody>
            <a:bodyPr wrap="square" rtlCol="0">
              <a:spAutoFit/>
            </a:bodyPr>
            <a:lstStyle/>
            <a:p>
              <a:pPr algn="ctr"/>
              <a:r>
                <a:rPr lang="en-US" altLang="zh-CN" sz="1400" dirty="0">
                  <a:solidFill>
                    <a:schemeClr val="bg1"/>
                  </a:solidFill>
                  <a:effectLst/>
                  <a:latin typeface="Alibaba PuHuiTi" pitchFamily="18" charset="-122"/>
                  <a:ea typeface="Alibaba PuHuiTi" pitchFamily="18" charset="-122"/>
                  <a:cs typeface="Alibaba PuHuiTi" pitchFamily="18" charset="-122"/>
                </a:rPr>
                <a:t>2023</a:t>
              </a:r>
              <a:r>
                <a:rPr lang="zh-CN" altLang="en-US" sz="1400" dirty="0">
                  <a:solidFill>
                    <a:schemeClr val="bg1"/>
                  </a:solidFill>
                  <a:latin typeface="Alibaba PuHuiTi" pitchFamily="18" charset="-122"/>
                  <a:ea typeface="Alibaba PuHuiTi" pitchFamily="18" charset="-122"/>
                  <a:cs typeface="Alibaba PuHuiTi" pitchFamily="18" charset="-122"/>
                </a:rPr>
                <a:t>年度</a:t>
              </a:r>
              <a:endParaRPr lang="zh-CN" altLang="en-US" sz="1400" dirty="0">
                <a:solidFill>
                  <a:schemeClr val="bg1"/>
                </a:solidFill>
                <a:effectLst/>
                <a:latin typeface="Alibaba PuHuiTi" pitchFamily="18" charset="-122"/>
                <a:ea typeface="Alibaba PuHuiTi" pitchFamily="18" charset="-122"/>
                <a:cs typeface="Alibaba PuHuiTi" pitchFamily="18" charset="-122"/>
              </a:endParaRPr>
            </a:p>
          </p:txBody>
        </p:sp>
      </p:grpSp>
      <p:grpSp>
        <p:nvGrpSpPr>
          <p:cNvPr id="71" name="组合 70">
            <a:extLst>
              <a:ext uri="{FF2B5EF4-FFF2-40B4-BE49-F238E27FC236}">
                <a16:creationId xmlns:a16="http://schemas.microsoft.com/office/drawing/2014/main" id="{9BF2E3FA-0C89-B0B6-0A5E-089C5AC9F390}"/>
              </a:ext>
            </a:extLst>
          </p:cNvPr>
          <p:cNvGrpSpPr/>
          <p:nvPr/>
        </p:nvGrpSpPr>
        <p:grpSpPr>
          <a:xfrm>
            <a:off x="6380161" y="5465025"/>
            <a:ext cx="2206017" cy="707887"/>
            <a:chOff x="6380162" y="5465025"/>
            <a:chExt cx="2206017" cy="707887"/>
          </a:xfrm>
        </p:grpSpPr>
        <p:sp>
          <p:nvSpPr>
            <p:cNvPr id="60" name="文本框 59">
              <a:extLst>
                <a:ext uri="{FF2B5EF4-FFF2-40B4-BE49-F238E27FC236}">
                  <a16:creationId xmlns:a16="http://schemas.microsoft.com/office/drawing/2014/main" id="{71500F31-786A-8AD3-DD2C-CD21C8C4AC36}"/>
                </a:ext>
              </a:extLst>
            </p:cNvPr>
            <p:cNvSpPr txBox="1"/>
            <p:nvPr/>
          </p:nvSpPr>
          <p:spPr>
            <a:xfrm>
              <a:off x="6380162" y="5465025"/>
              <a:ext cx="2206017" cy="400110"/>
            </a:xfrm>
            <a:prstGeom prst="rect">
              <a:avLst/>
            </a:prstGeom>
            <a:noFill/>
          </p:spPr>
          <p:txBody>
            <a:bodyPr wrap="square" rtlCol="0">
              <a:spAutoFit/>
            </a:bodyPr>
            <a:lstStyle/>
            <a:p>
              <a:pPr algn="ctr"/>
              <a:r>
                <a:rPr lang="zh-CN" altLang="en-US" sz="2000" b="1" dirty="0">
                  <a:solidFill>
                    <a:schemeClr val="bg1"/>
                  </a:solidFill>
                  <a:effectLst/>
                  <a:latin typeface="Alibaba PuHuiTi" pitchFamily="18" charset="-122"/>
                  <a:ea typeface="Alibaba PuHuiTi" pitchFamily="18" charset="-122"/>
                  <a:cs typeface="Alibaba PuHuiTi" pitchFamily="18" charset="-122"/>
                </a:rPr>
                <a:t>最佳用户体验奖</a:t>
              </a:r>
            </a:p>
          </p:txBody>
        </p:sp>
        <p:sp>
          <p:nvSpPr>
            <p:cNvPr id="61" name="文本框 60">
              <a:extLst>
                <a:ext uri="{FF2B5EF4-FFF2-40B4-BE49-F238E27FC236}">
                  <a16:creationId xmlns:a16="http://schemas.microsoft.com/office/drawing/2014/main" id="{992D6062-8852-B397-703E-08BD1CA95718}"/>
                </a:ext>
              </a:extLst>
            </p:cNvPr>
            <p:cNvSpPr txBox="1"/>
            <p:nvPr/>
          </p:nvSpPr>
          <p:spPr>
            <a:xfrm>
              <a:off x="6598129" y="5865135"/>
              <a:ext cx="1770082" cy="307777"/>
            </a:xfrm>
            <a:prstGeom prst="rect">
              <a:avLst/>
            </a:prstGeom>
            <a:noFill/>
          </p:spPr>
          <p:txBody>
            <a:bodyPr wrap="square" rtlCol="0">
              <a:spAutoFit/>
            </a:bodyPr>
            <a:lstStyle/>
            <a:p>
              <a:pPr algn="ctr"/>
              <a:r>
                <a:rPr lang="en-US" altLang="zh-CN" sz="1400" dirty="0">
                  <a:solidFill>
                    <a:schemeClr val="bg1"/>
                  </a:solidFill>
                  <a:effectLst/>
                  <a:latin typeface="Alibaba PuHuiTi" pitchFamily="18" charset="-122"/>
                  <a:ea typeface="Alibaba PuHuiTi" pitchFamily="18" charset="-122"/>
                  <a:cs typeface="Alibaba PuHuiTi" pitchFamily="18" charset="-122"/>
                </a:rPr>
                <a:t>2025</a:t>
              </a:r>
              <a:r>
                <a:rPr lang="zh-CN" altLang="en-US" sz="1400" dirty="0">
                  <a:solidFill>
                    <a:schemeClr val="bg1"/>
                  </a:solidFill>
                  <a:latin typeface="Alibaba PuHuiTi" pitchFamily="18" charset="-122"/>
                  <a:ea typeface="Alibaba PuHuiTi" pitchFamily="18" charset="-122"/>
                  <a:cs typeface="Alibaba PuHuiTi" pitchFamily="18" charset="-122"/>
                </a:rPr>
                <a:t>年度</a:t>
              </a:r>
              <a:endParaRPr lang="zh-CN" altLang="en-US" sz="1400" dirty="0">
                <a:solidFill>
                  <a:schemeClr val="bg1"/>
                </a:solidFill>
                <a:effectLst/>
                <a:latin typeface="Alibaba PuHuiTi" pitchFamily="18" charset="-122"/>
                <a:ea typeface="Alibaba PuHuiTi" pitchFamily="18" charset="-122"/>
                <a:cs typeface="Alibaba PuHuiTi" pitchFamily="18" charset="-122"/>
              </a:endParaRPr>
            </a:p>
          </p:txBody>
        </p:sp>
      </p:grpSp>
      <p:grpSp>
        <p:nvGrpSpPr>
          <p:cNvPr id="70" name="组合 69">
            <a:extLst>
              <a:ext uri="{FF2B5EF4-FFF2-40B4-BE49-F238E27FC236}">
                <a16:creationId xmlns:a16="http://schemas.microsoft.com/office/drawing/2014/main" id="{0512AC74-B544-1619-18E6-4B3F623EF396}"/>
              </a:ext>
            </a:extLst>
          </p:cNvPr>
          <p:cNvGrpSpPr/>
          <p:nvPr/>
        </p:nvGrpSpPr>
        <p:grpSpPr>
          <a:xfrm>
            <a:off x="9151716" y="5465025"/>
            <a:ext cx="2206017" cy="707887"/>
            <a:chOff x="9151716" y="5465025"/>
            <a:chExt cx="2206017" cy="707887"/>
          </a:xfrm>
        </p:grpSpPr>
        <p:sp>
          <p:nvSpPr>
            <p:cNvPr id="65" name="文本框 64">
              <a:extLst>
                <a:ext uri="{FF2B5EF4-FFF2-40B4-BE49-F238E27FC236}">
                  <a16:creationId xmlns:a16="http://schemas.microsoft.com/office/drawing/2014/main" id="{AA0AC2A6-2D91-192B-D233-DDDF78B431F9}"/>
                </a:ext>
              </a:extLst>
            </p:cNvPr>
            <p:cNvSpPr txBox="1"/>
            <p:nvPr/>
          </p:nvSpPr>
          <p:spPr>
            <a:xfrm>
              <a:off x="9151716" y="5465025"/>
              <a:ext cx="2206017" cy="400110"/>
            </a:xfrm>
            <a:prstGeom prst="rect">
              <a:avLst/>
            </a:prstGeom>
            <a:noFill/>
          </p:spPr>
          <p:txBody>
            <a:bodyPr wrap="square" rtlCol="0">
              <a:spAutoFit/>
            </a:bodyPr>
            <a:lstStyle/>
            <a:p>
              <a:pPr algn="ctr"/>
              <a:r>
                <a:rPr lang="zh-CN" altLang="en-US" sz="2000" b="1" dirty="0">
                  <a:solidFill>
                    <a:schemeClr val="bg1"/>
                  </a:solidFill>
                  <a:effectLst/>
                  <a:latin typeface="Alibaba PuHuiTi" pitchFamily="18" charset="-122"/>
                  <a:ea typeface="Alibaba PuHuiTi" pitchFamily="18" charset="-122"/>
                  <a:cs typeface="Alibaba PuHuiTi" pitchFamily="18" charset="-122"/>
                </a:rPr>
                <a:t>年度产品经理奖</a:t>
              </a:r>
            </a:p>
          </p:txBody>
        </p:sp>
        <p:sp>
          <p:nvSpPr>
            <p:cNvPr id="66" name="文本框 65">
              <a:extLst>
                <a:ext uri="{FF2B5EF4-FFF2-40B4-BE49-F238E27FC236}">
                  <a16:creationId xmlns:a16="http://schemas.microsoft.com/office/drawing/2014/main" id="{B787FC12-05BB-2062-7323-353C02C59DE6}"/>
                </a:ext>
              </a:extLst>
            </p:cNvPr>
            <p:cNvSpPr txBox="1"/>
            <p:nvPr/>
          </p:nvSpPr>
          <p:spPr>
            <a:xfrm>
              <a:off x="9369683" y="5865135"/>
              <a:ext cx="1770082" cy="307777"/>
            </a:xfrm>
            <a:prstGeom prst="rect">
              <a:avLst/>
            </a:prstGeom>
            <a:noFill/>
          </p:spPr>
          <p:txBody>
            <a:bodyPr wrap="square" rtlCol="0">
              <a:spAutoFit/>
            </a:bodyPr>
            <a:lstStyle/>
            <a:p>
              <a:pPr algn="ctr"/>
              <a:r>
                <a:rPr lang="en-US" altLang="zh-CN" sz="1400" dirty="0">
                  <a:solidFill>
                    <a:schemeClr val="bg1"/>
                  </a:solidFill>
                  <a:effectLst/>
                  <a:latin typeface="Alibaba PuHuiTi" pitchFamily="18" charset="-122"/>
                  <a:ea typeface="Alibaba PuHuiTi" pitchFamily="18" charset="-122"/>
                  <a:cs typeface="Alibaba PuHuiTi" pitchFamily="18" charset="-122"/>
                </a:rPr>
                <a:t>2025</a:t>
              </a:r>
              <a:r>
                <a:rPr lang="zh-CN" altLang="en-US" sz="1400" dirty="0">
                  <a:solidFill>
                    <a:schemeClr val="bg1"/>
                  </a:solidFill>
                  <a:latin typeface="Alibaba PuHuiTi" pitchFamily="18" charset="-122"/>
                  <a:ea typeface="Alibaba PuHuiTi" pitchFamily="18" charset="-122"/>
                  <a:cs typeface="Alibaba PuHuiTi" pitchFamily="18" charset="-122"/>
                </a:rPr>
                <a:t>年度</a:t>
              </a:r>
              <a:endParaRPr lang="zh-CN" altLang="en-US" sz="1400" dirty="0">
                <a:solidFill>
                  <a:schemeClr val="bg1"/>
                </a:solidFill>
                <a:effectLst/>
                <a:latin typeface="Alibaba PuHuiTi" pitchFamily="18" charset="-122"/>
                <a:ea typeface="Alibaba PuHuiTi" pitchFamily="18" charset="-122"/>
                <a:cs typeface="Alibaba PuHuiTi" pitchFamily="18" charset="-122"/>
              </a:endParaRPr>
            </a:p>
          </p:txBody>
        </p:sp>
      </p:grpSp>
      <p:cxnSp>
        <p:nvCxnSpPr>
          <p:cNvPr id="67" name="直线连接符 66">
            <a:extLst>
              <a:ext uri="{FF2B5EF4-FFF2-40B4-BE49-F238E27FC236}">
                <a16:creationId xmlns:a16="http://schemas.microsoft.com/office/drawing/2014/main" id="{18957326-C448-57A6-6174-C008307BC76A}"/>
              </a:ext>
            </a:extLst>
          </p:cNvPr>
          <p:cNvCxnSpPr>
            <a:cxnSpLocks/>
          </p:cNvCxnSpPr>
          <p:nvPr/>
        </p:nvCxnSpPr>
        <p:spPr>
          <a:xfrm>
            <a:off x="3325839" y="5572148"/>
            <a:ext cx="0" cy="493641"/>
          </a:xfrm>
          <a:prstGeom prst="line">
            <a:avLst/>
          </a:prstGeom>
          <a:ln w="158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68" name="直线连接符 67">
            <a:extLst>
              <a:ext uri="{FF2B5EF4-FFF2-40B4-BE49-F238E27FC236}">
                <a16:creationId xmlns:a16="http://schemas.microsoft.com/office/drawing/2014/main" id="{2DFA4F72-E12E-74B4-DEBA-A59F260295F6}"/>
              </a:ext>
            </a:extLst>
          </p:cNvPr>
          <p:cNvCxnSpPr>
            <a:cxnSpLocks/>
          </p:cNvCxnSpPr>
          <p:nvPr/>
        </p:nvCxnSpPr>
        <p:spPr>
          <a:xfrm>
            <a:off x="6097393" y="5572148"/>
            <a:ext cx="0" cy="493641"/>
          </a:xfrm>
          <a:prstGeom prst="line">
            <a:avLst/>
          </a:prstGeom>
          <a:ln w="158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69" name="直线连接符 68">
            <a:extLst>
              <a:ext uri="{FF2B5EF4-FFF2-40B4-BE49-F238E27FC236}">
                <a16:creationId xmlns:a16="http://schemas.microsoft.com/office/drawing/2014/main" id="{BCE93CF0-CEC3-1F54-3AFB-AB53D1FEB3EE}"/>
              </a:ext>
            </a:extLst>
          </p:cNvPr>
          <p:cNvCxnSpPr>
            <a:cxnSpLocks/>
          </p:cNvCxnSpPr>
          <p:nvPr/>
        </p:nvCxnSpPr>
        <p:spPr>
          <a:xfrm>
            <a:off x="8868946" y="5572148"/>
            <a:ext cx="0" cy="493641"/>
          </a:xfrm>
          <a:prstGeom prst="line">
            <a:avLst/>
          </a:prstGeom>
          <a:ln w="15875">
            <a:solidFill>
              <a:schemeClr val="bg1"/>
            </a:solidFill>
          </a:ln>
        </p:spPr>
        <p:style>
          <a:lnRef idx="2">
            <a:schemeClr val="accent1"/>
          </a:lnRef>
          <a:fillRef idx="0">
            <a:schemeClr val="accent1"/>
          </a:fillRef>
          <a:effectRef idx="1">
            <a:schemeClr val="accent1"/>
          </a:effectRef>
          <a:fontRef idx="minor">
            <a:schemeClr val="tx1"/>
          </a:fontRef>
        </p:style>
      </p:cxnSp>
      <p:grpSp>
        <p:nvGrpSpPr>
          <p:cNvPr id="74" name="Google Shape;8783;p76">
            <a:extLst>
              <a:ext uri="{FF2B5EF4-FFF2-40B4-BE49-F238E27FC236}">
                <a16:creationId xmlns:a16="http://schemas.microsoft.com/office/drawing/2014/main" id="{E28F12F4-F223-12FE-A488-DDC2BF13ACAA}"/>
              </a:ext>
            </a:extLst>
          </p:cNvPr>
          <p:cNvGrpSpPr/>
          <p:nvPr/>
        </p:nvGrpSpPr>
        <p:grpSpPr>
          <a:xfrm>
            <a:off x="11328454" y="1265622"/>
            <a:ext cx="295044" cy="294952"/>
            <a:chOff x="5642475" y="1435075"/>
            <a:chExt cx="481975" cy="481825"/>
          </a:xfrm>
          <a:solidFill>
            <a:schemeClr val="accent1"/>
          </a:solidFill>
        </p:grpSpPr>
        <p:sp>
          <p:nvSpPr>
            <p:cNvPr id="75" name="Google Shape;8784;p76">
              <a:extLst>
                <a:ext uri="{FF2B5EF4-FFF2-40B4-BE49-F238E27FC236}">
                  <a16:creationId xmlns:a16="http://schemas.microsoft.com/office/drawing/2014/main" id="{9059ABE9-20D1-4E02-1C25-DBDAD20C0CA3}"/>
                </a:ext>
              </a:extLst>
            </p:cNvPr>
            <p:cNvSpPr/>
            <p:nvPr/>
          </p:nvSpPr>
          <p:spPr>
            <a:xfrm>
              <a:off x="5642475" y="1435075"/>
              <a:ext cx="481975" cy="340675"/>
            </a:xfrm>
            <a:custGeom>
              <a:avLst/>
              <a:gdLst/>
              <a:ahLst/>
              <a:cxnLst/>
              <a:rect l="l" t="t" r="r" b="b"/>
              <a:pathLst>
                <a:path w="19279" h="13627" extrusionOk="0">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latin typeface="Alibaba PuHuiTi" pitchFamily="18" charset="-122"/>
                <a:ea typeface="Alibaba PuHuiTi" pitchFamily="18" charset="-122"/>
                <a:cs typeface="Alibaba PuHuiTi" pitchFamily="18" charset="-122"/>
              </a:endParaRPr>
            </a:p>
          </p:txBody>
        </p:sp>
        <p:sp>
          <p:nvSpPr>
            <p:cNvPr id="76" name="Google Shape;8785;p76">
              <a:extLst>
                <a:ext uri="{FF2B5EF4-FFF2-40B4-BE49-F238E27FC236}">
                  <a16:creationId xmlns:a16="http://schemas.microsoft.com/office/drawing/2014/main" id="{E60A1C07-F9D0-32C3-584D-C06F34499CA3}"/>
                </a:ext>
              </a:extLst>
            </p:cNvPr>
            <p:cNvSpPr/>
            <p:nvPr/>
          </p:nvSpPr>
          <p:spPr>
            <a:xfrm>
              <a:off x="5756375" y="1803975"/>
              <a:ext cx="254100" cy="112925"/>
            </a:xfrm>
            <a:custGeom>
              <a:avLst/>
              <a:gdLst/>
              <a:ahLst/>
              <a:cxnLst/>
              <a:rect l="l" t="t" r="r" b="b"/>
              <a:pathLst>
                <a:path w="10164" h="4517" extrusionOk="0">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latin typeface="Alibaba PuHuiTi" pitchFamily="18" charset="-122"/>
                <a:ea typeface="Alibaba PuHuiTi" pitchFamily="18" charset="-122"/>
                <a:cs typeface="Alibaba PuHuiTi" pitchFamily="18" charset="-122"/>
              </a:endParaRPr>
            </a:p>
          </p:txBody>
        </p:sp>
        <p:sp>
          <p:nvSpPr>
            <p:cNvPr id="77" name="Google Shape;8786;p76">
              <a:extLst>
                <a:ext uri="{FF2B5EF4-FFF2-40B4-BE49-F238E27FC236}">
                  <a16:creationId xmlns:a16="http://schemas.microsoft.com/office/drawing/2014/main" id="{C2E2240D-F82F-1D2B-7854-A998E4612CE4}"/>
                </a:ext>
              </a:extLst>
            </p:cNvPr>
            <p:cNvSpPr/>
            <p:nvPr/>
          </p:nvSpPr>
          <p:spPr>
            <a:xfrm>
              <a:off x="5843400" y="1537550"/>
              <a:ext cx="79975" cy="76125"/>
            </a:xfrm>
            <a:custGeom>
              <a:avLst/>
              <a:gdLst/>
              <a:ahLst/>
              <a:cxnLst/>
              <a:rect l="l" t="t" r="r" b="b"/>
              <a:pathLst>
                <a:path w="3199" h="3045" extrusionOk="0">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latin typeface="Alibaba PuHuiTi" pitchFamily="18" charset="-122"/>
                <a:ea typeface="Alibaba PuHuiTi" pitchFamily="18" charset="-122"/>
                <a:cs typeface="Alibaba PuHuiTi" pitchFamily="18" charset="-122"/>
              </a:endParaRPr>
            </a:p>
          </p:txBody>
        </p:sp>
      </p:grpSp>
      <p:sp>
        <p:nvSpPr>
          <p:cNvPr id="78" name="椭圆 77">
            <a:extLst>
              <a:ext uri="{FF2B5EF4-FFF2-40B4-BE49-F238E27FC236}">
                <a16:creationId xmlns:a16="http://schemas.microsoft.com/office/drawing/2014/main" id="{7B1C08A7-1ECE-9E40-258A-95343ACCF3FD}"/>
              </a:ext>
            </a:extLst>
          </p:cNvPr>
          <p:cNvSpPr/>
          <p:nvPr/>
        </p:nvSpPr>
        <p:spPr>
          <a:xfrm>
            <a:off x="11214719" y="1151841"/>
            <a:ext cx="522514" cy="522514"/>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171233677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Office 主题​​">
  <a:themeElements>
    <a:clrScheme name="08高级商务蓝绿黄配色">
      <a:dk1>
        <a:srgbClr val="383535"/>
      </a:dk1>
      <a:lt1>
        <a:srgbClr val="FEFFFF"/>
      </a:lt1>
      <a:dk2>
        <a:srgbClr val="9EA0A0"/>
      </a:dk2>
      <a:lt2>
        <a:srgbClr val="EFEFEF"/>
      </a:lt2>
      <a:accent1>
        <a:srgbClr val="00438A"/>
      </a:accent1>
      <a:accent2>
        <a:srgbClr val="598535"/>
      </a:accent2>
      <a:accent3>
        <a:srgbClr val="E9B437"/>
      </a:accent3>
      <a:accent4>
        <a:srgbClr val="93C6DA"/>
      </a:accent4>
      <a:accent5>
        <a:srgbClr val="C4C6C6"/>
      </a:accent5>
      <a:accent6>
        <a:srgbClr val="EFEDEF"/>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09</Template>
  <TotalTime>0</TotalTime>
  <Words>650</Words>
  <Application>Microsoft Office PowerPoint</Application>
  <PresentationFormat>宽屏</PresentationFormat>
  <Paragraphs>78</Paragraphs>
  <Slides>6</Slides>
  <Notes>3</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6</vt:i4>
      </vt:variant>
    </vt:vector>
  </HeadingPairs>
  <TitlesOfParts>
    <vt:vector size="10" baseType="lpstr">
      <vt:lpstr>Alibaba PuHuiTi</vt:lpstr>
      <vt:lpstr>等线 Light</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张弛 郭</dc:creator>
  <cp:lastModifiedBy>张弛 郭</cp:lastModifiedBy>
  <cp:revision>1</cp:revision>
  <dcterms:created xsi:type="dcterms:W3CDTF">2025-05-30T18:39:39Z</dcterms:created>
  <dcterms:modified xsi:type="dcterms:W3CDTF">2025-05-30T18:40:01Z</dcterms:modified>
</cp:coreProperties>
</file>